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d34524dde8b44a0" /><Relationship Type="http://schemas.openxmlformats.org/officeDocument/2006/relationships/extended-properties" Target="/docProps/app.xml" Id="R6662b2dc8da241cc" /><Relationship Type="http://schemas.openxmlformats.org/officeDocument/2006/relationships/officeDocument" Target="/ppt/presentation.xml" Id="R35f26c8f64004e11" /></Relationships>
</file>

<file path=ppt/presentation.xml><?xml version="1.0" encoding="utf-8"?>
<p:presentation xmlns:p="http://schemas.openxmlformats.org/presentationml/2006/main">
  <p:sldMasterIdLst>
    <p:sldMasterId xmlns:r="http://schemas.openxmlformats.org/officeDocument/2006/relationships" id="2147483648" r:id="R54021f5fc9994a03"/>
  </p:sldMasterIdLst>
  <p:notesMasterIdLst>
    <p:notesMasterId xmlns:r="http://schemas.openxmlformats.org/officeDocument/2006/relationships" r:id="R61905306fb294009"/>
  </p:notesMasterIdLst>
  <p:sldIdLst>
    <p:sldId xmlns:r="http://schemas.openxmlformats.org/officeDocument/2006/relationships" id="256" r:id="Rf6d53d17ddba4d0e"/>
    <p:sldId xmlns:r="http://schemas.openxmlformats.org/officeDocument/2006/relationships" id="257" r:id="R4807a82487d742e9"/>
    <p:sldId xmlns:r="http://schemas.openxmlformats.org/officeDocument/2006/relationships" id="258" r:id="Re264a728dc7846d5"/>
    <p:sldId xmlns:r="http://schemas.openxmlformats.org/officeDocument/2006/relationships" id="259" r:id="R78b566591f864436"/>
    <p:sldId xmlns:r="http://schemas.openxmlformats.org/officeDocument/2006/relationships" id="260" r:id="R750a91cfdcc3493e"/>
    <p:sldId xmlns:r="http://schemas.openxmlformats.org/officeDocument/2006/relationships" id="261" r:id="R673a53baf2cf41b0"/>
    <p:sldId xmlns:r="http://schemas.openxmlformats.org/officeDocument/2006/relationships" id="262" r:id="R2c080de3f5bc4624"/>
    <p:sldId xmlns:r="http://schemas.openxmlformats.org/officeDocument/2006/relationships" id="263" r:id="Rdbefad4adb934ce1"/>
    <p:sldId xmlns:r="http://schemas.openxmlformats.org/officeDocument/2006/relationships" id="264" r:id="Rfaa810e3f7764025"/>
    <p:sldId xmlns:r="http://schemas.openxmlformats.org/officeDocument/2006/relationships" id="265" r:id="R83afb7ed46094262"/>
    <p:sldId xmlns:r="http://schemas.openxmlformats.org/officeDocument/2006/relationships" id="266" r:id="Rc5fde8c5c7cd412c"/>
    <p:sldId xmlns:r="http://schemas.openxmlformats.org/officeDocument/2006/relationships" id="267" r:id="R62c24dbbf32f4d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a7f99bf2eb4433" /><Relationship Type="http://schemas.openxmlformats.org/officeDocument/2006/relationships/slideMaster" Target="/ppt/slideMasters/slideMaster1.xml" Id="R54021f5fc9994a03" /><Relationship Type="http://schemas.openxmlformats.org/officeDocument/2006/relationships/notesMaster" Target="/ppt/notesMasters/notesMaster1.xml" Id="R61905306fb294009" /><Relationship Type="http://schemas.openxmlformats.org/officeDocument/2006/relationships/presProps" Target="/ppt/presProps.xml" Id="Re2714c16b29f4ae1" /><Relationship Type="http://schemas.openxmlformats.org/officeDocument/2006/relationships/tableStyles" Target="/ppt/tableStyles.xml" Id="R6f75b3fa7bc04ac2" /><Relationship Type="http://schemas.openxmlformats.org/officeDocument/2006/relationships/slide" Target="/ppt/slides/slide1.xml" Id="Rf6d53d17ddba4d0e" /><Relationship Type="http://schemas.openxmlformats.org/officeDocument/2006/relationships/slide" Target="/ppt/slides/slide2.xml" Id="R4807a82487d742e9" /><Relationship Type="http://schemas.openxmlformats.org/officeDocument/2006/relationships/slide" Target="/ppt/slides/slide3.xml" Id="Re264a728dc7846d5" /><Relationship Type="http://schemas.openxmlformats.org/officeDocument/2006/relationships/slide" Target="/ppt/slides/slide4.xml" Id="R78b566591f864436" /><Relationship Type="http://schemas.openxmlformats.org/officeDocument/2006/relationships/slide" Target="/ppt/slides/slide5.xml" Id="R750a91cfdcc3493e" /><Relationship Type="http://schemas.openxmlformats.org/officeDocument/2006/relationships/slide" Target="/ppt/slides/slide6.xml" Id="R673a53baf2cf41b0" /><Relationship Type="http://schemas.openxmlformats.org/officeDocument/2006/relationships/slide" Target="/ppt/slides/slide7.xml" Id="R2c080de3f5bc4624" /><Relationship Type="http://schemas.openxmlformats.org/officeDocument/2006/relationships/slide" Target="/ppt/slides/slide8.xml" Id="Rdbefad4adb934ce1" /><Relationship Type="http://schemas.openxmlformats.org/officeDocument/2006/relationships/slide" Target="/ppt/slides/slide9.xml" Id="Rfaa810e3f7764025" /><Relationship Type="http://schemas.openxmlformats.org/officeDocument/2006/relationships/slide" Target="/ppt/slides/slide10.xml" Id="R83afb7ed46094262" /><Relationship Type="http://schemas.openxmlformats.org/officeDocument/2006/relationships/slide" Target="/ppt/slides/slide11.xml" Id="Rc5fde8c5c7cd412c" /><Relationship Type="http://schemas.openxmlformats.org/officeDocument/2006/relationships/slide" Target="/ppt/slides/slide12.xml" Id="R62c24dbbf32f4d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655d980aae4b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8b231ca3dc4d2c" /><Relationship Type="http://schemas.openxmlformats.org/officeDocument/2006/relationships/notesMaster" Target="/ppt/notesMasters/notesMaster1.xml" Id="Rabfbf5de0c3e4b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48b632f9864d44" /><Relationship Type="http://schemas.openxmlformats.org/officeDocument/2006/relationships/notesMaster" Target="/ppt/notesMasters/notesMaster1.xml" Id="Rb3f7b1bc836244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58ee21db404898" /><Relationship Type="http://schemas.openxmlformats.org/officeDocument/2006/relationships/notesMaster" Target="/ppt/notesMasters/notesMaster1.xml" Id="R70d7b4e08f6f4c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9d525ef5d94171" /><Relationship Type="http://schemas.openxmlformats.org/officeDocument/2006/relationships/notesMaster" Target="/ppt/notesMasters/notesMaster1.xml" Id="R0794fd94768141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5de2e8b8424431" /><Relationship Type="http://schemas.openxmlformats.org/officeDocument/2006/relationships/notesMaster" Target="/ppt/notesMasters/notesMaster1.xml" Id="R81e65e7c5e5b48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50e9137c974706" /><Relationship Type="http://schemas.openxmlformats.org/officeDocument/2006/relationships/notesMaster" Target="/ppt/notesMasters/notesMaster1.xml" Id="Re5e859b2d3a14e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fbe5ed89cf43ef" /><Relationship Type="http://schemas.openxmlformats.org/officeDocument/2006/relationships/notesMaster" Target="/ppt/notesMasters/notesMaster1.xml" Id="R020c61e600624b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e497b423684bae" /><Relationship Type="http://schemas.openxmlformats.org/officeDocument/2006/relationships/notesMaster" Target="/ppt/notesMasters/notesMaster1.xml" Id="Ra0147d499fa343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81e9879bce492e" /><Relationship Type="http://schemas.openxmlformats.org/officeDocument/2006/relationships/notesMaster" Target="/ppt/notesMasters/notesMaster1.xml" Id="R37ece8fecfe64b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3714109e6b4f33" /><Relationship Type="http://schemas.openxmlformats.org/officeDocument/2006/relationships/notesMaster" Target="/ppt/notesMasters/notesMaster1.xml" Id="Rd475a1ff478848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669a8c1b534b89" /><Relationship Type="http://schemas.openxmlformats.org/officeDocument/2006/relationships/notesMaster" Target="/ppt/notesMasters/notesMaster1.xml" Id="Rcbcbc09d3e2d43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548932b08f4a9e" /><Relationship Type="http://schemas.openxmlformats.org/officeDocument/2006/relationships/notesMaster" Target="/ppt/notesMasters/notesMaster1.xml" Id="R303e9f013c7547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Presentación de la contribución de ciberseguridad de la pasarela. La demo aplica criptografía poscuántica en la capa de aplicación. Open Payments mantiene su propio protocolo de autorización. No afirmamos haber roto una clave real con una computadora cuántica.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Contexto de negocio del repositorio y de la guía de hackathon. Diagrama del flujo previsto: comprador compra café del catálogo, cooperativa paga sus ofertas, caficultor recibe. El rol del selector del laboratorio es solo una vista previa. La identidad autorizada viene del servidor. Las flechas representan pagos wallet a wallet y no custodia de la plataforma.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de código: src/payments/pqc/channel.ts, src/payments/pqc/hybridReceipt.ts, src/payments/openPayments.ts y sdkAdapter.ts. El canal de aplicación termina al descifrar en Next.js. No se ha desplegado TLS poscuántico entre todos los proveedores. El entorno local usa HTTP de loopback. El bundle actual se obtiene por el origen de confianza y está autofirmado, por lo que todavía necesita una raíz de confianza y gestión de claves para producción. Open Payments/GNAP conserva la aprobación del titular.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Matriz resumida del modelo de amenazas R01–R09. Es una valoración cualitativa del prototipo y no una auditoría de cumplimiento. Las pruebas reproducen controles específicos y no eliminan los riesgos residuales. La evidencia y las limitaciones completas están en los documentos de riesgos y el handoff del repositorio.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src/payments/pqc/channel.ts y NIST FIPS 203, https://csrc.nist.gov/pubs/fips/203/final . ML-KEM permite establecer un secreto compartido que después usa el cifrado simétrico. La implementación deriva claves diferentes para solicitud y respuesta mediante HKDF-SHA-256, con sal de 32 bytes a cero y dominio terracierta-pasarela-v1. La aplicación usa IV aleatorio de 12 bytes y tag GCM de 128 bits. Las fórmulas de esta lámina describen la composición real del código, sin presentar una construcción nueva ni una validación FIPS del módulo.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de código: src/payments/pqc/hybridReceipt.ts, src/payments/gatewayClient.ts, src/payments/checkoutClient.ts. Referencia normativa: https://csrc.nist.gov/pubs/fips/204/final . La firma ML-DSA-65 añade integridad poscuántica al recibo mientras se conserva Ed25519. La política exige las dos, además de comparar monto, receptor y demás datos de negocio esperados. La serialización usa el orden estable del JSON del proyecto y no se anuncia como RFC 8785/JCS. No afirmamos certificación FIPS ni no repudio legal independiente de la custodia de claves.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src/payments/pqcQuantumDemo.ts, pqcChannelDemo.ts y sus pruebas. El laboratorio crea claves aleatorias reales y documentos sintéticos por corrida. El mismo documento permanece al alternar la política. Para representar un compromiso clásico, concede deliberadamente su propia clave efímera ECDH o su clave Ed25519 al atacante. No recupera claves públicas desconocidas ni ejecuta Shor sobre Ed25519/P-256. El fallo con una clave ajena demuestra separación de claves y no constituye una prueba experimental de seguridad cuántica.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Datos originales: public/pqc/shor-demo.json, generado 2026-10-17T05:52:00.582148+00:00. Script scripts/quantum/shor_demo.py, SHA-256 3b54bcb98caddc359922c594f7ceab3b360402eaf34e104b9054975d227454ab. Qiskit 2.6.0, Python 3.13.13, seed 3876524241. Fuente metodológica: https://quantum.cloud.ibm.com/docs/en/tutorials/shors-algorithm . Simulación ideal local de vector de estado, sin equipo cuántico IBM. N=15, base=2, 12 qubits lógicos, 4096 shots. La distribución permite recuperar orden r=4 y factores 3 y 5. No extrapolar a RSA-2048 ni Ed25519. El circuito de unidad densa no escala. No prueba la resistencia de ML-KEM o ML-DSA.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scripts/verify-pqc-native.mjs, src/payments/pqcChannelDemo.test.ts, pqcQuantumDemo.test.ts, checkout.integration.test.ts y docs/verificacion-burp-pqc.md. Suite final confirmada: 188 pruebas aprobadas y 23 omitidas. Las pruebas automatizadas financieras usan SDK simulado. Además, el 17 de octubre de 2026 el titular aceptó una autorización GNAP fresca y el flujo autónomo del SDK real terminó en estado completado en testnet. La interfaz mostró recibo protegido verificado y envío y recepción comprobados. Débito: 1,05 EUR. Recepción: 0,05 EUR. No se atribuye la diferencia a una comisión concreta sin comprobar su causa. Este resultado no valida el flujo comercial con login o wallets COP. Verificador independiente con Node 26 y OpenSSL 3.6.4: 9 comprobaciones de interoperabilidad e integridad y dos límites observados de confianza y ciclo de claves. Evidencia mediante MCP de Burp Suite 1.1.2, get_proxy_http_history_regex, el 2026-10-17 a las 06:35:23 UTC: key 200, echo cifrado 200, echo con bit alterado 400. No se repitieron cobros desde Burp. La inspección de Burp no demuestra por sí sola resistencia a Shor.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docs/handoff-pasarela-login.md y src/auth/index.ts. La integración debe entregar el perfil validado desde el servidor con ID de usuario, rol y wallet asociada. El cliente no puede elegir su identidad por un selector ni imponer el receptor, precio o resultado. Comprador solo paga su orden, cooperativa su oferta y caficultor consulta cobros propios. Las claves privadas de Open Payments son de servidor y no se envían al frontend. La wallet del pagador mantiene la aprobación GNAP. El equipo de login debe instalar las dependencias del lockfile con npm ci, configurar secretos de servidor y ejecutar las comprobaciones documentadas.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Estado del prototipo según los documentos del proyecto. Existe canal ML-KEM de aplicación, recibos híbridos, SDK Open Payments, laboratorio y controles de negocio con pruebas. El flujo autónomo con SDK real completó un pago de testnet después del consentimiento GNAP humano el 17 de octubre de 2026. Pendientes: login comercial real del equipo, wallets compatibles con la moneda de la orden (no conversión COP/EUR inventada), almacenamiento duradero de estado/continuaciones de grants, claves persistentes con rotación y raíz de confianza, separación de ejecución/custodia y despliegue HTTPS. Noble usa JavaScript y la integración no constituye validación FIPS ni certificación PCI DSS. Un Vault/HSM futuro requiere integración real, no solo instalar un servicio. No se afirma secreto hacia adelante tras compromiso de la clave ML-KEM de larga duración.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sugerido, alrededor de 90 segundos. Mostrar /pago/pasarela para la experiencia simple por rol. Abrir /pago/seguridad, ejecutar laboratorio y alternar los escudos de canal y firma conservando el mismo caso. Abrir evidencia, mostrar el resultado de alteración, los parámetros medidos y una prueba en Burp únicamente con key/echo. Si hay una sesión y transacción comercial válidas, mostrar el flujo de consentimiento sin repetir ni ejecutar pagos desde Burp. Si el login aún no está integrado, decirlo. Cerrar con el alcance real de PQC y los pendientes, sin prometer seguridad absoluta.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1b75ad571e44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c4b6a5214c43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c7600466a84f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e5b1773cae4e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1c8be948354ad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a43d3bdc91446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19BA78-E70F-483F-98DD-BB734B9E579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752592E-A0D5-41D9-BE6D-1CCAF62DE0A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49596F8-BCEE-4570-A451-E653BF2D751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99C361-A085-4CC5-8888-42D0435932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3621D96-ACCE-477D-9C48-8D24886DB18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DE8AEA9-5A1A-45B7-AF40-4B9833966C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118C99-A23B-4075-B830-3BA710A822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3CB625-AED0-45A0-AFEB-4F1A22FB25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516A86-387F-4CF9-896F-2F1680DA6D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6ECD47-C2BD-4251-803C-86EDE9144B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e1d11b5fbc4ffa" /><Relationship Type="http://schemas.openxmlformats.org/officeDocument/2006/relationships/slideLayout" Target="/ppt/slideLayouts/slideLayout1.xml" Id="R49826435eb944298" /><Relationship Type="http://schemas.openxmlformats.org/officeDocument/2006/relationships/slideLayout" Target="/ppt/slideLayouts/slideLayout2.xml" Id="R07bfea375c704845" /><Relationship Type="http://schemas.openxmlformats.org/officeDocument/2006/relationships/slideLayout" Target="/ppt/slideLayouts/slideLayout3.xml" Id="Rc236b159ffda48fe" /><Relationship Type="http://schemas.openxmlformats.org/officeDocument/2006/relationships/slideLayout" Target="/ppt/slideLayouts/slideLayout4.xml" Id="Rca3496eaff0746dd" /><Relationship Type="http://schemas.openxmlformats.org/officeDocument/2006/relationships/slideLayout" Target="/ppt/slideLayouts/slideLayout5.xml" Id="Rdae64ddde2b24074" /><Relationship Type="http://schemas.openxmlformats.org/officeDocument/2006/relationships/slideLayout" Target="/ppt/slideLayouts/slideLayout6.xml" Id="Rd1bab8a584f547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826435eb944298"/>
    <p:sldLayoutId xmlns:r="http://schemas.openxmlformats.org/officeDocument/2006/relationships" id="2147483650" r:id="R07bfea375c704845"/>
    <p:sldLayoutId xmlns:r="http://schemas.openxmlformats.org/officeDocument/2006/relationships" id="2147483651" r:id="Rc236b159ffda48fe"/>
    <p:sldLayoutId xmlns:r="http://schemas.openxmlformats.org/officeDocument/2006/relationships" id="2147483652" r:id="Rca3496eaff0746dd"/>
    <p:sldLayoutId xmlns:r="http://schemas.openxmlformats.org/officeDocument/2006/relationships" id="2147483653" r:id="Rdae64ddde2b24074"/>
    <p:sldLayoutId xmlns:r="http://schemas.openxmlformats.org/officeDocument/2006/relationships" id="2147483654" r:id="Rd1bab8a584f547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3c62b557d564915" /><Relationship Type="http://schemas.openxmlformats.org/officeDocument/2006/relationships/notesSlide" Target="/ppt/notesSlides/notesSlide1.xml" Id="R000923287ccc4c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359846e96bf40fd" /><Relationship Type="http://schemas.openxmlformats.org/officeDocument/2006/relationships/notesSlide" Target="/ppt/notesSlides/notesSlide2.xml" Id="R4071ba51b79546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9c8212e1974756" /><Relationship Type="http://schemas.openxmlformats.org/officeDocument/2006/relationships/notesSlide" Target="/ppt/notesSlides/notesSlide3.xml" Id="R827c5b52df5a49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73caf767e314008" /><Relationship Type="http://schemas.openxmlformats.org/officeDocument/2006/relationships/notesSlide" Target="/ppt/notesSlides/notesSlide4.xml" Id="Ref4850a435ce49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e26dac0a401454a" /><Relationship Type="http://schemas.openxmlformats.org/officeDocument/2006/relationships/notesSlide" Target="/ppt/notesSlides/notesSlide5.xml" Id="R236dca9c8eb945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0e20798f91e4a20" /><Relationship Type="http://schemas.openxmlformats.org/officeDocument/2006/relationships/notesSlide" Target="/ppt/notesSlides/notesSlide6.xml" Id="R34fc259d25f340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48eb98505c84e0f" /><Relationship Type="http://schemas.openxmlformats.org/officeDocument/2006/relationships/notesSlide" Target="/ppt/notesSlides/notesSlide7.xml" Id="Ra5bd496d191e4a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6d0b12dbf7542f8" /><Relationship Type="http://schemas.openxmlformats.org/officeDocument/2006/relationships/chart" Target="/ppt/slides/charts/chart1.xml" Id="Rdb2ce996ca9a46bb" /><Relationship Type="http://schemas.openxmlformats.org/officeDocument/2006/relationships/notesSlide" Target="/ppt/notesSlides/notesSlide8.xml" Id="Ra3a6abaa063040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bfdd999226a4ff5" /><Relationship Type="http://schemas.openxmlformats.org/officeDocument/2006/relationships/notesSlide" Target="/ppt/notesSlides/notesSlide9.xml" Id="Rc6b8a3d69beb40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07e8a033bf4487e" /><Relationship Type="http://schemas.openxmlformats.org/officeDocument/2006/relationships/notesSlide" Target="/ppt/notesSlides/notesSlide10.xml" Id="Rd75e6066b1cd4b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739dac070de4194" /><Relationship Type="http://schemas.openxmlformats.org/officeDocument/2006/relationships/notesSlide" Target="/ppt/notesSlides/notesSlide11.xml" Id="R88eb24c5f45447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3da4bf08e8c4223" /><Relationship Type="http://schemas.openxmlformats.org/officeDocument/2006/relationships/notesSlide" Target="/ppt/notesSlides/notesSlide12.xml" Id="R9aaaa44225bc472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Mediciones</c:v>
          </c:tx>
          <c:spPr>
            <a:solidFill xmlns:a="http://schemas.openxmlformats.org/drawingml/2006/main">
              <a:srgbClr val="314130"/>
            </a:solidFill>
          </c:spPr>
          <c:invertIfNegative val="0"/>
          <c:cat>
            <c:strRef>
              <c:f>'Chart Data'!$A$2:$A$5</c:f>
              <c:strCache>
                <c:ptCount val="4"/>
                <c:pt idx="0">
                  <c:v>0</c:v>
                </c:pt>
                <c:pt idx="1">
                  <c:v>1/4</c:v>
                </c:pt>
                <c:pt idx="2">
                  <c:v>1/2</c:v>
                </c:pt>
                <c:pt idx="3">
                  <c:v>3/4</c:v>
                </c:pt>
              </c:strCache>
            </c:strRef>
          </c:cat>
          <c:val>
            <c:numRef>
              <c:f>'Chart Data'!$B$2:$B$5</c:f>
              <c:numCache>
                <c:formatCode>0</c:formatCode>
                <c:ptCount val="4"/>
                <c:pt idx="0">
                  <c:v>988</c:v>
                </c:pt>
                <c:pt idx="1">
                  <c:v>1005</c:v>
                </c:pt>
                <c:pt idx="2">
                  <c:v>1024</c:v>
                </c:pt>
                <c:pt idx="3">
                  <c:v>1079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b="1">
                  <a:solidFill>
                    <a:srgbClr val="26332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BF9F"/>
            </a:solidFill>
          </a:ln>
        </c:spPr>
        <c:txPr>
          <a:bodyPr xmlns:a="http://schemas.openxmlformats.org/drawingml/2006/main" anchorCtr="1"/>
          <a:lstStyle xmlns:a="http://schemas.openxmlformats.org/drawingml/2006/main"/>
          <a:p xmlns:a="http://schemas.openxmlformats.org/drawingml/2006/main">
            <a:pPr>
              <a:defRPr sz="1725">
                <a:solidFill>
                  <a:srgbClr val="263326"/>
                </a:solidFill>
                <a:latin typeface="Arial"/>
                <a:ea typeface="Arial"/>
                <a:cs typeface="Arial"/>
              </a:defRPr>
            </a:pPr>
          </a:p>
        </c:txPr>
        <c:crossAx val="48672768"/>
      </c:catAx>
      <c:valAx>
        <c:axId val="48672768"/>
        <c:scaling>
          <c:orientation val="minMax"/>
          <c:max val="1200"/>
          <c:min val="0"/>
        </c:scaling>
        <c:delete val="0"/>
        <c:axPos val="l"/>
        <c:majorGridlines>
          <c:spPr>
            <a:ln xmlns:a="http://schemas.openxmlformats.org/drawingml/2006/main" w="9525">
              <a:solidFill>
                <a:srgbClr val="CBBF9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554"/>
                </a:solidFill>
                <a:latin typeface="Arial"/>
                <a:ea typeface="Arial"/>
                <a:cs typeface="Arial"/>
              </a:defRPr>
            </a:pPr>
          </a:p>
        </c:txPr>
        <c:crossAx val="48650112"/>
        <c:crossBetween val="between"/>
        <c:majorUnit val="400"/>
      </c:valAx>
      <c:spPr>
        <a:solidFill xmlns:a="http://schemas.openxmlformats.org/drawingml/2006/main">
          <a:srgbClr val="F3EEDC"/>
        </a:solidFill>
      </c:spPr>
    </c:plotArea>
    <c:plotVisOnly val="1"/>
  </c:chart>
  <c:spPr>
    <a:solidFill xmlns:a="http://schemas.openxmlformats.org/drawingml/2006/main">
      <a:srgbClr val="F3EEDC"/>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31413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30E545-B48D-4CB1-847F-8323BFF7B60F}"/>
              </a:ext>
            </a:extLst>
          </p:cNvPr>
          <p:cNvSpPr>
            <a:spLocks xmlns:a="http://schemas.openxmlformats.org/drawingml/2006/main" noGrp="1"/>
          </p:cNvSpPr>
          <p:nvPr/>
        </p:nvSpPr>
        <p:spPr>
          <a:xfrm xmlns:a="http://schemas.openxmlformats.org/drawingml/2006/main">
            <a:off x="609600" y="641985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F3EEDC"/>
                </a:solidFill>
                <a:latin typeface="Arial"/>
                <a:ea typeface="Arial"/>
                <a:cs typeface="Arial"/>
              </a:defRPr>
            </a:defPPr>
            <a:lvl1pPr>
              <a:defRPr sz="1200" b="0">
                <a:solidFill>
                  <a:srgbClr val="F3EEDC"/>
                </a:solidFill>
                <a:latin typeface="Arial"/>
                <a:ea typeface="Arial"/>
                <a:cs typeface="Arial"/>
              </a:defRPr>
            </a:lvl1pPr>
            <a:lvl2pPr>
              <a:defRPr sz="1200" b="0">
                <a:solidFill>
                  <a:srgbClr val="F3EEDC"/>
                </a:solidFill>
                <a:latin typeface="Arial"/>
                <a:ea typeface="Arial"/>
                <a:cs typeface="Arial"/>
              </a:defRPr>
            </a:lvl2pPr>
            <a:lvl3pPr>
              <a:defRPr sz="1200" b="0">
                <a:solidFill>
                  <a:srgbClr val="F3EEDC"/>
                </a:solidFill>
                <a:latin typeface="Arial"/>
                <a:ea typeface="Arial"/>
                <a:cs typeface="Arial"/>
              </a:defRPr>
            </a:lvl3pPr>
            <a:lvl4pPr>
              <a:defRPr sz="1200" b="0">
                <a:solidFill>
                  <a:srgbClr val="F3EEDC"/>
                </a:solidFill>
                <a:latin typeface="Arial"/>
                <a:ea typeface="Arial"/>
                <a:cs typeface="Arial"/>
              </a:defRPr>
            </a:lvl4pPr>
            <a:lvl5pPr>
              <a:defRPr sz="1200" b="0">
                <a:solidFill>
                  <a:srgbClr val="F3EEDC"/>
                </a:solidFill>
                <a:latin typeface="Arial"/>
                <a:ea typeface="Arial"/>
                <a:cs typeface="Arial"/>
              </a:defRPr>
            </a:lvl5pPr>
            <a:lvl6pPr>
              <a:defRPr sz="1200" b="0">
                <a:solidFill>
                  <a:srgbClr val="F3EEDC"/>
                </a:solidFill>
                <a:latin typeface="Arial"/>
                <a:ea typeface="Arial"/>
                <a:cs typeface="Arial"/>
              </a:defRPr>
            </a:lvl6pPr>
            <a:lvl7pPr>
              <a:defRPr sz="1200" b="0">
                <a:solidFill>
                  <a:srgbClr val="F3EEDC"/>
                </a:solidFill>
                <a:latin typeface="Arial"/>
                <a:ea typeface="Arial"/>
                <a:cs typeface="Arial"/>
              </a:defRPr>
            </a:lvl7pPr>
            <a:lvl8pPr>
              <a:defRPr sz="1200" b="0">
                <a:solidFill>
                  <a:srgbClr val="F3EEDC"/>
                </a:solidFill>
                <a:latin typeface="Arial"/>
                <a:ea typeface="Arial"/>
                <a:cs typeface="Arial"/>
              </a:defRPr>
            </a:lvl8pPr>
            <a:lvl9pPr>
              <a:defRPr sz="1200" b="0">
                <a:solidFill>
                  <a:srgbClr val="F3EEDC"/>
                </a:solidFill>
                <a:latin typeface="Arial"/>
                <a:ea typeface="Arial"/>
                <a:cs typeface="Arial"/>
              </a:defRPr>
            </a:lvl9pPr>
          </a:lstStyle>
          <a:p xmlns:a="http://schemas.openxmlformats.org/drawingml/2006/main">
            <a:pPr>
              <a:defRPr sz="1200" b="0">
                <a:solidFill>
                  <a:srgbClr val="F3EEDC"/>
                </a:solidFill>
                <a:latin typeface="Arial"/>
                <a:ea typeface="Arial"/>
                <a:cs typeface="Arial"/>
              </a:defRPr>
            </a:pPr>
            <a:r>
              <a:rPr sz="1200" b="0">
                <a:solidFill>
                  <a:srgbClr val="F3EEDC"/>
                </a:solidFill>
                <a:latin typeface="Arial"/>
                <a:ea typeface="Arial"/>
                <a:cs typeface="Arial"/>
              </a:rPr>
              <a:t>01  TerraCierta · Onyx</a:t>
            </a:r>
          </a:p>
        </p:txBody>
      </p:sp>
      <p:sp>
        <p:nvSpPr>
          <p:cNvPr id="2" name="">
            <a:extLst xmlns:a="http://schemas.openxmlformats.org/drawingml/2006/main">
              <a:ext uri="{FF2B5EF4-FFF2-40B4-BE49-F238E27FC236}">
                <a16:creationId xmlns:a16="http://schemas.microsoft.com/office/drawing/2014/main" id="{71CEA3A9-0BBA-4734-9B58-58D9ED1180EB}"/>
              </a:ext>
            </a:extLst>
          </p:cNvPr>
          <p:cNvSpPr>
            <a:spLocks xmlns:a="http://schemas.openxmlformats.org/drawingml/2006/main" noGrp="1"/>
          </p:cNvSpPr>
          <p:nvPr/>
        </p:nvSpPr>
        <p:spPr>
          <a:xfrm xmlns:a="http://schemas.openxmlformats.org/drawingml/2006/main">
            <a:off x="647700" y="6858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F3EEDC"/>
                </a:solidFill>
                <a:latin typeface="Georgia"/>
                <a:ea typeface="Georgia"/>
                <a:cs typeface="Georgia"/>
              </a:defRPr>
            </a:defPPr>
            <a:lvl1pPr>
              <a:defRPr sz="1950" b="0">
                <a:solidFill>
                  <a:srgbClr val="F3EEDC"/>
                </a:solidFill>
                <a:latin typeface="Georgia"/>
                <a:ea typeface="Georgia"/>
                <a:cs typeface="Georgia"/>
              </a:defRPr>
            </a:lvl1pPr>
            <a:lvl2pPr>
              <a:defRPr sz="1950" b="0">
                <a:solidFill>
                  <a:srgbClr val="F3EEDC"/>
                </a:solidFill>
                <a:latin typeface="Georgia"/>
                <a:ea typeface="Georgia"/>
                <a:cs typeface="Georgia"/>
              </a:defRPr>
            </a:lvl2pPr>
            <a:lvl3pPr>
              <a:defRPr sz="1950" b="0">
                <a:solidFill>
                  <a:srgbClr val="F3EEDC"/>
                </a:solidFill>
                <a:latin typeface="Georgia"/>
                <a:ea typeface="Georgia"/>
                <a:cs typeface="Georgia"/>
              </a:defRPr>
            </a:lvl3pPr>
            <a:lvl4pPr>
              <a:defRPr sz="1950" b="0">
                <a:solidFill>
                  <a:srgbClr val="F3EEDC"/>
                </a:solidFill>
                <a:latin typeface="Georgia"/>
                <a:ea typeface="Georgia"/>
                <a:cs typeface="Georgia"/>
              </a:defRPr>
            </a:lvl4pPr>
            <a:lvl5pPr>
              <a:defRPr sz="1950" b="0">
                <a:solidFill>
                  <a:srgbClr val="F3EEDC"/>
                </a:solidFill>
                <a:latin typeface="Georgia"/>
                <a:ea typeface="Georgia"/>
                <a:cs typeface="Georgia"/>
              </a:defRPr>
            </a:lvl5pPr>
            <a:lvl6pPr>
              <a:defRPr sz="1950" b="0">
                <a:solidFill>
                  <a:srgbClr val="F3EEDC"/>
                </a:solidFill>
                <a:latin typeface="Georgia"/>
                <a:ea typeface="Georgia"/>
                <a:cs typeface="Georgia"/>
              </a:defRPr>
            </a:lvl6pPr>
            <a:lvl7pPr>
              <a:defRPr sz="1950" b="0">
                <a:solidFill>
                  <a:srgbClr val="F3EEDC"/>
                </a:solidFill>
                <a:latin typeface="Georgia"/>
                <a:ea typeface="Georgia"/>
                <a:cs typeface="Georgia"/>
              </a:defRPr>
            </a:lvl7pPr>
            <a:lvl8pPr>
              <a:defRPr sz="1950" b="0">
                <a:solidFill>
                  <a:srgbClr val="F3EEDC"/>
                </a:solidFill>
                <a:latin typeface="Georgia"/>
                <a:ea typeface="Georgia"/>
                <a:cs typeface="Georgia"/>
              </a:defRPr>
            </a:lvl8pPr>
            <a:lvl9pPr>
              <a:defRPr sz="1950" b="0">
                <a:solidFill>
                  <a:srgbClr val="F3EEDC"/>
                </a:solidFill>
                <a:latin typeface="Georgia"/>
                <a:ea typeface="Georgia"/>
                <a:cs typeface="Georgia"/>
              </a:defRPr>
            </a:lvl9pPr>
          </a:lstStyle>
          <a:p xmlns:a="http://schemas.openxmlformats.org/drawingml/2006/main">
            <a:pPr>
              <a:defRPr sz="1950" b="0">
                <a:solidFill>
                  <a:srgbClr val="F3EEDC"/>
                </a:solidFill>
                <a:latin typeface="Georgia"/>
                <a:ea typeface="Georgia"/>
                <a:cs typeface="Georgia"/>
              </a:defRPr>
            </a:pPr>
            <a:r>
              <a:rPr sz="1950" b="0">
                <a:solidFill>
                  <a:srgbClr val="F3EEDC"/>
                </a:solidFill>
                <a:latin typeface="Georgia"/>
                <a:ea typeface="Georgia"/>
                <a:cs typeface="Georgia"/>
              </a:rPr>
              <a:t>T E R R A C I E R T A</a:t>
            </a:r>
          </a:p>
        </p:txBody>
      </p:sp>
      <p:sp>
        <p:nvSpPr>
          <p:cNvPr id="3" name="">
            <a:extLst xmlns:a="http://schemas.openxmlformats.org/drawingml/2006/main">
              <a:ext uri="{FF2B5EF4-FFF2-40B4-BE49-F238E27FC236}">
                <a16:creationId xmlns:a16="http://schemas.microsoft.com/office/drawing/2014/main" id="{4BB5E814-E51A-4F40-9434-8D2ABA28E149}"/>
              </a:ext>
            </a:extLst>
          </p:cNvPr>
          <p:cNvSpPr>
            <a:spLocks xmlns:a="http://schemas.openxmlformats.org/drawingml/2006/main" noGrp="1"/>
          </p:cNvSpPr>
          <p:nvPr/>
        </p:nvSpPr>
        <p:spPr>
          <a:xfrm xmlns:a="http://schemas.openxmlformats.org/drawingml/2006/main">
            <a:off x="609600" y="1847850"/>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700" b="0">
                <a:solidFill>
                  <a:srgbClr val="F3EEDC"/>
                </a:solidFill>
                <a:latin typeface="Georgia"/>
                <a:ea typeface="Georgia"/>
                <a:cs typeface="Georgia"/>
              </a:defRPr>
            </a:defPPr>
            <a:lvl1pPr>
              <a:defRPr sz="5700" b="0">
                <a:solidFill>
                  <a:srgbClr val="F3EEDC"/>
                </a:solidFill>
                <a:latin typeface="Georgia"/>
                <a:ea typeface="Georgia"/>
                <a:cs typeface="Georgia"/>
              </a:defRPr>
            </a:lvl1pPr>
            <a:lvl2pPr>
              <a:defRPr sz="5700" b="0">
                <a:solidFill>
                  <a:srgbClr val="F3EEDC"/>
                </a:solidFill>
                <a:latin typeface="Georgia"/>
                <a:ea typeface="Georgia"/>
                <a:cs typeface="Georgia"/>
              </a:defRPr>
            </a:lvl2pPr>
            <a:lvl3pPr>
              <a:defRPr sz="5700" b="0">
                <a:solidFill>
                  <a:srgbClr val="F3EEDC"/>
                </a:solidFill>
                <a:latin typeface="Georgia"/>
                <a:ea typeface="Georgia"/>
                <a:cs typeface="Georgia"/>
              </a:defRPr>
            </a:lvl3pPr>
            <a:lvl4pPr>
              <a:defRPr sz="5700" b="0">
                <a:solidFill>
                  <a:srgbClr val="F3EEDC"/>
                </a:solidFill>
                <a:latin typeface="Georgia"/>
                <a:ea typeface="Georgia"/>
                <a:cs typeface="Georgia"/>
              </a:defRPr>
            </a:lvl4pPr>
            <a:lvl5pPr>
              <a:defRPr sz="5700" b="0">
                <a:solidFill>
                  <a:srgbClr val="F3EEDC"/>
                </a:solidFill>
                <a:latin typeface="Georgia"/>
                <a:ea typeface="Georgia"/>
                <a:cs typeface="Georgia"/>
              </a:defRPr>
            </a:lvl5pPr>
            <a:lvl6pPr>
              <a:defRPr sz="5700" b="0">
                <a:solidFill>
                  <a:srgbClr val="F3EEDC"/>
                </a:solidFill>
                <a:latin typeface="Georgia"/>
                <a:ea typeface="Georgia"/>
                <a:cs typeface="Georgia"/>
              </a:defRPr>
            </a:lvl6pPr>
            <a:lvl7pPr>
              <a:defRPr sz="5700" b="0">
                <a:solidFill>
                  <a:srgbClr val="F3EEDC"/>
                </a:solidFill>
                <a:latin typeface="Georgia"/>
                <a:ea typeface="Georgia"/>
                <a:cs typeface="Georgia"/>
              </a:defRPr>
            </a:lvl7pPr>
            <a:lvl8pPr>
              <a:defRPr sz="5700" b="0">
                <a:solidFill>
                  <a:srgbClr val="F3EEDC"/>
                </a:solidFill>
                <a:latin typeface="Georgia"/>
                <a:ea typeface="Georgia"/>
                <a:cs typeface="Georgia"/>
              </a:defRPr>
            </a:lvl8pPr>
            <a:lvl9pPr>
              <a:defRPr sz="5700" b="0">
                <a:solidFill>
                  <a:srgbClr val="F3EEDC"/>
                </a:solidFill>
                <a:latin typeface="Georgia"/>
                <a:ea typeface="Georgia"/>
                <a:cs typeface="Georgia"/>
              </a:defRPr>
            </a:lvl9pPr>
          </a:lstStyle>
          <a:p xmlns:a="http://schemas.openxmlformats.org/drawingml/2006/main">
            <a:pPr>
              <a:defRPr sz="5700" b="0">
                <a:solidFill>
                  <a:srgbClr val="F3EEDC"/>
                </a:solidFill>
                <a:latin typeface="Georgia"/>
                <a:ea typeface="Georgia"/>
                <a:cs typeface="Georgia"/>
              </a:defRPr>
            </a:pPr>
            <a:r>
              <a:rPr sz="5700" b="0">
                <a:solidFill>
                  <a:srgbClr val="F3EEDC"/>
                </a:solidFill>
                <a:latin typeface="Georgia"/>
                <a:ea typeface="Georgia"/>
                <a:cs typeface="Georgia"/>
              </a:rPr>
              <a:t>Pagos con evidencia</a:t>
            </a:r>
          </a:p>
          <a:p xmlns:a="http://schemas.openxmlformats.org/drawingml/2006/main">
            <a:pPr>
              <a:defRPr sz="5700" b="0">
                <a:solidFill>
                  <a:srgbClr val="F3EEDC"/>
                </a:solidFill>
                <a:latin typeface="Georgia"/>
                <a:ea typeface="Georgia"/>
                <a:cs typeface="Georgia"/>
              </a:defRPr>
            </a:pPr>
            <a:r>
              <a:rPr sz="5700" b="0">
                <a:solidFill>
                  <a:srgbClr val="F3EEDC"/>
                </a:solidFill>
                <a:latin typeface="Georgia"/>
                <a:ea typeface="Georgia"/>
                <a:cs typeface="Georgia"/>
              </a:rPr>
              <a:t>postcuántica</a:t>
            </a:r>
          </a:p>
        </p:txBody>
      </p:sp>
      <p:sp>
        <p:nvSpPr>
          <p:cNvPr id="4" name="">
            <a:extLst xmlns:a="http://schemas.openxmlformats.org/drawingml/2006/main">
              <a:ext uri="{FF2B5EF4-FFF2-40B4-BE49-F238E27FC236}">
                <a16:creationId xmlns:a16="http://schemas.microsoft.com/office/drawing/2014/main" id="{A59B619F-DF6F-426A-B48D-A4C5F87443FB}"/>
              </a:ext>
            </a:extLst>
          </p:cNvPr>
          <p:cNvSpPr>
            <a:spLocks xmlns:a="http://schemas.openxmlformats.org/drawingml/2006/main" noGrp="1"/>
          </p:cNvSpPr>
          <p:nvPr/>
        </p:nvSpPr>
        <p:spPr>
          <a:xfrm xmlns:a="http://schemas.openxmlformats.org/drawingml/2006/main">
            <a:off x="647700" y="4333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3EEDC"/>
                </a:solidFill>
                <a:latin typeface="Arial"/>
                <a:ea typeface="Arial"/>
                <a:cs typeface="Arial"/>
              </a:defRPr>
            </a:defPPr>
            <a:lvl1pPr>
              <a:defRPr sz="2250" b="0">
                <a:solidFill>
                  <a:srgbClr val="F3EEDC"/>
                </a:solidFill>
                <a:latin typeface="Arial"/>
                <a:ea typeface="Arial"/>
                <a:cs typeface="Arial"/>
              </a:defRPr>
            </a:lvl1pPr>
            <a:lvl2pPr>
              <a:defRPr sz="2250" b="0">
                <a:solidFill>
                  <a:srgbClr val="F3EEDC"/>
                </a:solidFill>
                <a:latin typeface="Arial"/>
                <a:ea typeface="Arial"/>
                <a:cs typeface="Arial"/>
              </a:defRPr>
            </a:lvl2pPr>
            <a:lvl3pPr>
              <a:defRPr sz="2250" b="0">
                <a:solidFill>
                  <a:srgbClr val="F3EEDC"/>
                </a:solidFill>
                <a:latin typeface="Arial"/>
                <a:ea typeface="Arial"/>
                <a:cs typeface="Arial"/>
              </a:defRPr>
            </a:lvl3pPr>
            <a:lvl4pPr>
              <a:defRPr sz="2250" b="0">
                <a:solidFill>
                  <a:srgbClr val="F3EEDC"/>
                </a:solidFill>
                <a:latin typeface="Arial"/>
                <a:ea typeface="Arial"/>
                <a:cs typeface="Arial"/>
              </a:defRPr>
            </a:lvl4pPr>
            <a:lvl5pPr>
              <a:defRPr sz="2250" b="0">
                <a:solidFill>
                  <a:srgbClr val="F3EEDC"/>
                </a:solidFill>
                <a:latin typeface="Arial"/>
                <a:ea typeface="Arial"/>
                <a:cs typeface="Arial"/>
              </a:defRPr>
            </a:lvl5pPr>
            <a:lvl6pPr>
              <a:defRPr sz="2250" b="0">
                <a:solidFill>
                  <a:srgbClr val="F3EEDC"/>
                </a:solidFill>
                <a:latin typeface="Arial"/>
                <a:ea typeface="Arial"/>
                <a:cs typeface="Arial"/>
              </a:defRPr>
            </a:lvl6pPr>
            <a:lvl7pPr>
              <a:defRPr sz="2250" b="0">
                <a:solidFill>
                  <a:srgbClr val="F3EEDC"/>
                </a:solidFill>
                <a:latin typeface="Arial"/>
                <a:ea typeface="Arial"/>
                <a:cs typeface="Arial"/>
              </a:defRPr>
            </a:lvl7pPr>
            <a:lvl8pPr>
              <a:defRPr sz="2250" b="0">
                <a:solidFill>
                  <a:srgbClr val="F3EEDC"/>
                </a:solidFill>
                <a:latin typeface="Arial"/>
                <a:ea typeface="Arial"/>
                <a:cs typeface="Arial"/>
              </a:defRPr>
            </a:lvl8pPr>
            <a:lvl9pPr>
              <a:defRPr sz="2250" b="0">
                <a:solidFill>
                  <a:srgbClr val="F3EEDC"/>
                </a:solidFill>
                <a:latin typeface="Arial"/>
                <a:ea typeface="Arial"/>
                <a:cs typeface="Arial"/>
              </a:defRPr>
            </a:lvl9pPr>
          </a:lstStyle>
          <a:p xmlns:a="http://schemas.openxmlformats.org/drawingml/2006/main">
            <a:pPr>
              <a:defRPr sz="2250" b="0">
                <a:solidFill>
                  <a:srgbClr val="F3EEDC"/>
                </a:solidFill>
                <a:latin typeface="Arial"/>
                <a:ea typeface="Arial"/>
                <a:cs typeface="Arial"/>
              </a:defRPr>
            </a:pPr>
            <a:r>
              <a:rPr sz="2250" b="0">
                <a:solidFill>
                  <a:srgbClr val="F3EEDC"/>
                </a:solidFill>
                <a:latin typeface="Arial"/>
                <a:ea typeface="Arial"/>
                <a:cs typeface="Arial"/>
              </a:rPr>
              <a:t>Ciberseguridad de la pasarela de café</a:t>
            </a:r>
          </a:p>
        </p:txBody>
      </p:sp>
      <p:sp>
        <p:nvSpPr>
          <p:cNvPr id="5" name="">
            <a:extLst xmlns:a="http://schemas.openxmlformats.org/drawingml/2006/main">
              <a:ext uri="{FF2B5EF4-FFF2-40B4-BE49-F238E27FC236}">
                <a16:creationId xmlns:a16="http://schemas.microsoft.com/office/drawing/2014/main" id="{7EBFB243-0A6E-4982-A9DC-095AD7D9DFCD}"/>
              </a:ext>
            </a:extLst>
          </p:cNvPr>
          <p:cNvSpPr>
            <a:spLocks xmlns:a="http://schemas.openxmlformats.org/drawingml/2006/main" noGrp="1"/>
          </p:cNvSpPr>
          <p:nvPr/>
        </p:nvSpPr>
        <p:spPr>
          <a:xfrm xmlns:a="http://schemas.openxmlformats.org/drawingml/2006/main">
            <a:off x="647700" y="50958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F3EEDC"/>
                </a:solidFill>
                <a:latin typeface="Arial"/>
                <a:ea typeface="Arial"/>
                <a:cs typeface="Arial"/>
              </a:defRPr>
            </a:defPPr>
            <a:lvl1pPr>
              <a:defRPr sz="1725" b="0">
                <a:solidFill>
                  <a:srgbClr val="F3EEDC"/>
                </a:solidFill>
                <a:latin typeface="Arial"/>
                <a:ea typeface="Arial"/>
                <a:cs typeface="Arial"/>
              </a:defRPr>
            </a:lvl1pPr>
            <a:lvl2pPr>
              <a:defRPr sz="1725" b="0">
                <a:solidFill>
                  <a:srgbClr val="F3EEDC"/>
                </a:solidFill>
                <a:latin typeface="Arial"/>
                <a:ea typeface="Arial"/>
                <a:cs typeface="Arial"/>
              </a:defRPr>
            </a:lvl2pPr>
            <a:lvl3pPr>
              <a:defRPr sz="1725" b="0">
                <a:solidFill>
                  <a:srgbClr val="F3EEDC"/>
                </a:solidFill>
                <a:latin typeface="Arial"/>
                <a:ea typeface="Arial"/>
                <a:cs typeface="Arial"/>
              </a:defRPr>
            </a:lvl3pPr>
            <a:lvl4pPr>
              <a:defRPr sz="1725" b="0">
                <a:solidFill>
                  <a:srgbClr val="F3EEDC"/>
                </a:solidFill>
                <a:latin typeface="Arial"/>
                <a:ea typeface="Arial"/>
                <a:cs typeface="Arial"/>
              </a:defRPr>
            </a:lvl4pPr>
            <a:lvl5pPr>
              <a:defRPr sz="1725" b="0">
                <a:solidFill>
                  <a:srgbClr val="F3EEDC"/>
                </a:solidFill>
                <a:latin typeface="Arial"/>
                <a:ea typeface="Arial"/>
                <a:cs typeface="Arial"/>
              </a:defRPr>
            </a:lvl5pPr>
            <a:lvl6pPr>
              <a:defRPr sz="1725" b="0">
                <a:solidFill>
                  <a:srgbClr val="F3EEDC"/>
                </a:solidFill>
                <a:latin typeface="Arial"/>
                <a:ea typeface="Arial"/>
                <a:cs typeface="Arial"/>
              </a:defRPr>
            </a:lvl6pPr>
            <a:lvl7pPr>
              <a:defRPr sz="1725" b="0">
                <a:solidFill>
                  <a:srgbClr val="F3EEDC"/>
                </a:solidFill>
                <a:latin typeface="Arial"/>
                <a:ea typeface="Arial"/>
                <a:cs typeface="Arial"/>
              </a:defRPr>
            </a:lvl7pPr>
            <a:lvl8pPr>
              <a:defRPr sz="1725" b="0">
                <a:solidFill>
                  <a:srgbClr val="F3EEDC"/>
                </a:solidFill>
                <a:latin typeface="Arial"/>
                <a:ea typeface="Arial"/>
                <a:cs typeface="Arial"/>
              </a:defRPr>
            </a:lvl8pPr>
            <a:lvl9pPr>
              <a:defRPr sz="1725" b="0">
                <a:solidFill>
                  <a:srgbClr val="F3EEDC"/>
                </a:solidFill>
                <a:latin typeface="Arial"/>
                <a:ea typeface="Arial"/>
                <a:cs typeface="Arial"/>
              </a:defRPr>
            </a:lvl9pPr>
          </a:lstStyle>
          <a:p xmlns:a="http://schemas.openxmlformats.org/drawingml/2006/main">
            <a:pPr>
              <a:defRPr sz="1725" b="0">
                <a:solidFill>
                  <a:srgbClr val="F3EEDC"/>
                </a:solidFill>
                <a:latin typeface="Arial"/>
                <a:ea typeface="Arial"/>
                <a:cs typeface="Arial"/>
              </a:defRPr>
            </a:pPr>
            <a:r>
              <a:rPr sz="1725" b="0">
                <a:solidFill>
                  <a:srgbClr val="F3EEDC"/>
                </a:solidFill>
                <a:latin typeface="Arial"/>
                <a:ea typeface="Arial"/>
                <a:cs typeface="Arial"/>
              </a:rPr>
              <a:t>Hackathon Open Payments · Medellín · 2026</a:t>
            </a:r>
          </a:p>
        </p:txBody>
      </p:sp>
    </p:spTree>
    <p:extLst>
      <p:ext uri="{BB962C8B-B14F-4D97-AF65-F5344CB8AC3E}">
        <p14:creationId xmlns:p14="http://schemas.microsoft.com/office/powerpoint/2010/main" val="1702671293"/>
      </p:ext>
    </p:extLst>
  </p:cSld>
</p:sld>
</file>

<file path=ppt/slides/slide2.xml><?xml version="1.0" encoding="utf-8"?>
<p:sld xmlns:p="http://schemas.openxmlformats.org/presentationml/2006/main">
  <p:cSld>
    <p:bg>
      <p:bgPr>
        <a:solidFill xmlns:a="http://schemas.openxmlformats.org/drawingml/2006/main">
          <a:srgbClr val="F3EEDC"/>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592E71A5-7CBC-4CF4-B1AD-6C03A0CAB312}"/>
              </a:ext>
            </a:extLst>
          </p:cNvPr>
          <p:cNvCxnSpPr>
            <a:stCxn xmlns:a="http://schemas.openxmlformats.org/drawingml/2006/main" id="4" idx="3"/>
            <a:endCxn xmlns:a="http://schemas.openxmlformats.org/drawingml/2006/main" id="5" idx="1"/>
          </p:cNvCxnSpPr>
          <p:nvPr/>
        </p:nvCxnSpPr>
        <p:spPr>
          <a:xfrm xmlns:a="http://schemas.openxmlformats.org/drawingml/2006/main" flipV="1">
            <a:off x="3467100" y="3314700"/>
            <a:ext cx="4152900" cy="933450"/>
          </a:xfrm>
          <a:prstGeom xmlns:a="http://schemas.openxmlformats.org/drawingml/2006/main" prst="straightConnector1">
            <a:avLst/>
          </a:prstGeom>
          <a:ln xmlns:a="http://schemas.openxmlformats.org/drawingml/2006/main" w="19050">
            <a:solidFill>
              <a:srgbClr val="9B542D"/>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FDEFE264-4563-4F09-BE9A-87E05E1BBBBE}"/>
              </a:ext>
            </a:extLst>
          </p:cNvPr>
          <p:cNvCxnSpPr>
            <a:stCxn xmlns:a="http://schemas.openxmlformats.org/drawingml/2006/main" id="3" idx="3"/>
            <a:endCxn xmlns:a="http://schemas.openxmlformats.org/drawingml/2006/main" id="5" idx="1"/>
          </p:cNvCxnSpPr>
          <p:nvPr/>
        </p:nvCxnSpPr>
        <p:spPr>
          <a:xfrm xmlns:a="http://schemas.openxmlformats.org/drawingml/2006/main">
            <a:off x="3467100" y="2343150"/>
            <a:ext cx="4152900" cy="971550"/>
          </a:xfrm>
          <a:prstGeom xmlns:a="http://schemas.openxmlformats.org/drawingml/2006/main" prst="straightConnector1">
            <a:avLst/>
          </a:prstGeom>
          <a:ln xmlns:a="http://schemas.openxmlformats.org/drawingml/2006/main" w="19050">
            <a:solidFill>
              <a:srgbClr val="9B542D"/>
            </a:solidFill>
            <a:prstDash val="solid"/>
            <a:tailEnd type="arrow" w="med" len="med"/>
          </a:ln>
        </p:spPr>
      </p:cxnSp>
      <p:sp>
        <p:nvSpPr>
          <p:cNvPr id="11" name="">
            <a:extLst xmlns:a="http://schemas.openxmlformats.org/drawingml/2006/main">
              <a:ext uri="{FF2B5EF4-FFF2-40B4-BE49-F238E27FC236}">
                <a16:creationId xmlns:a16="http://schemas.microsoft.com/office/drawing/2014/main" id="{FA9A8AA8-D285-4026-8A5D-355B012541DF}"/>
              </a:ext>
            </a:extLst>
          </p:cNvPr>
          <p:cNvSpPr>
            <a:spLocks xmlns:a="http://schemas.openxmlformats.org/drawingml/2006/main" noGrp="1"/>
          </p:cNvSpPr>
          <p:nvPr/>
        </p:nvSpPr>
        <p:spPr>
          <a:xfrm xmlns:a="http://schemas.openxmlformats.org/drawingml/2006/main">
            <a:off x="609600" y="4762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0">
                <a:solidFill>
                  <a:srgbClr val="314130"/>
                </a:solidFill>
                <a:latin typeface="Georgia"/>
                <a:ea typeface="Georgia"/>
                <a:cs typeface="Georgia"/>
              </a:defRPr>
            </a:defPPr>
            <a:lvl1pPr>
              <a:defRPr sz="3300" b="0">
                <a:solidFill>
                  <a:srgbClr val="314130"/>
                </a:solidFill>
                <a:latin typeface="Georgia"/>
                <a:ea typeface="Georgia"/>
                <a:cs typeface="Georgia"/>
              </a:defRPr>
            </a:lvl1pPr>
            <a:lvl2pPr>
              <a:defRPr sz="3300" b="0">
                <a:solidFill>
                  <a:srgbClr val="314130"/>
                </a:solidFill>
                <a:latin typeface="Georgia"/>
                <a:ea typeface="Georgia"/>
                <a:cs typeface="Georgia"/>
              </a:defRPr>
            </a:lvl2pPr>
            <a:lvl3pPr>
              <a:defRPr sz="3300" b="0">
                <a:solidFill>
                  <a:srgbClr val="314130"/>
                </a:solidFill>
                <a:latin typeface="Georgia"/>
                <a:ea typeface="Georgia"/>
                <a:cs typeface="Georgia"/>
              </a:defRPr>
            </a:lvl3pPr>
            <a:lvl4pPr>
              <a:defRPr sz="3300" b="0">
                <a:solidFill>
                  <a:srgbClr val="314130"/>
                </a:solidFill>
                <a:latin typeface="Georgia"/>
                <a:ea typeface="Georgia"/>
                <a:cs typeface="Georgia"/>
              </a:defRPr>
            </a:lvl4pPr>
            <a:lvl5pPr>
              <a:defRPr sz="3300" b="0">
                <a:solidFill>
                  <a:srgbClr val="314130"/>
                </a:solidFill>
                <a:latin typeface="Georgia"/>
                <a:ea typeface="Georgia"/>
                <a:cs typeface="Georgia"/>
              </a:defRPr>
            </a:lvl5pPr>
            <a:lvl6pPr>
              <a:defRPr sz="3300" b="0">
                <a:solidFill>
                  <a:srgbClr val="314130"/>
                </a:solidFill>
                <a:latin typeface="Georgia"/>
                <a:ea typeface="Georgia"/>
                <a:cs typeface="Georgia"/>
              </a:defRPr>
            </a:lvl6pPr>
            <a:lvl7pPr>
              <a:defRPr sz="3300" b="0">
                <a:solidFill>
                  <a:srgbClr val="314130"/>
                </a:solidFill>
                <a:latin typeface="Georgia"/>
                <a:ea typeface="Georgia"/>
                <a:cs typeface="Georgia"/>
              </a:defRPr>
            </a:lvl7pPr>
            <a:lvl8pPr>
              <a:defRPr sz="3300" b="0">
                <a:solidFill>
                  <a:srgbClr val="314130"/>
                </a:solidFill>
                <a:latin typeface="Georgia"/>
                <a:ea typeface="Georgia"/>
                <a:cs typeface="Georgia"/>
              </a:defRPr>
            </a:lvl8pPr>
            <a:lvl9pPr>
              <a:defRPr sz="3300" b="0">
                <a:solidFill>
                  <a:srgbClr val="314130"/>
                </a:solidFill>
                <a:latin typeface="Georgia"/>
                <a:ea typeface="Georgia"/>
                <a:cs typeface="Georgia"/>
              </a:defRPr>
            </a:lvl9pPr>
          </a:lstStyle>
          <a:p xmlns:a="http://schemas.openxmlformats.org/drawingml/2006/main">
            <a:pPr>
              <a:defRPr sz="3300" b="0">
                <a:solidFill>
                  <a:srgbClr val="314130"/>
                </a:solidFill>
                <a:latin typeface="Georgia"/>
                <a:ea typeface="Georgia"/>
                <a:cs typeface="Georgia"/>
              </a:defRPr>
            </a:pPr>
            <a:r>
              <a:rPr sz="3300" b="0">
                <a:solidFill>
                  <a:srgbClr val="314130"/>
                </a:solidFill>
                <a:latin typeface="Georgia"/>
                <a:ea typeface="Georgia"/>
                <a:cs typeface="Georgia"/>
              </a:rPr>
              <a:t>El café llega al comprador. El pago llega al productor</a:t>
            </a:r>
          </a:p>
        </p:txBody>
      </p:sp>
      <p:sp>
        <p:nvSpPr>
          <p:cNvPr id="2" name="">
            <a:extLst xmlns:a="http://schemas.openxmlformats.org/drawingml/2006/main">
              <a:ext uri="{FF2B5EF4-FFF2-40B4-BE49-F238E27FC236}">
                <a16:creationId xmlns:a16="http://schemas.microsoft.com/office/drawing/2014/main" id="{06719569-DFC0-4515-B6B9-8E4895AFFF60}"/>
              </a:ext>
            </a:extLst>
          </p:cNvPr>
          <p:cNvSpPr>
            <a:spLocks xmlns:a="http://schemas.openxmlformats.org/drawingml/2006/main" noGrp="1"/>
          </p:cNvSpPr>
          <p:nvPr/>
        </p:nvSpPr>
        <p:spPr>
          <a:xfrm xmlns:a="http://schemas.openxmlformats.org/drawingml/2006/main">
            <a:off x="609600" y="641985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86554"/>
                </a:solidFill>
                <a:latin typeface="Arial"/>
                <a:ea typeface="Arial"/>
                <a:cs typeface="Arial"/>
              </a:defRPr>
            </a:defPPr>
            <a:lvl1pPr>
              <a:defRPr sz="1200" b="0">
                <a:solidFill>
                  <a:srgbClr val="586554"/>
                </a:solidFill>
                <a:latin typeface="Arial"/>
                <a:ea typeface="Arial"/>
                <a:cs typeface="Arial"/>
              </a:defRPr>
            </a:lvl1pPr>
            <a:lvl2pPr>
              <a:defRPr sz="1200" b="0">
                <a:solidFill>
                  <a:srgbClr val="586554"/>
                </a:solidFill>
                <a:latin typeface="Arial"/>
                <a:ea typeface="Arial"/>
                <a:cs typeface="Arial"/>
              </a:defRPr>
            </a:lvl2pPr>
            <a:lvl3pPr>
              <a:defRPr sz="1200" b="0">
                <a:solidFill>
                  <a:srgbClr val="586554"/>
                </a:solidFill>
                <a:latin typeface="Arial"/>
                <a:ea typeface="Arial"/>
                <a:cs typeface="Arial"/>
              </a:defRPr>
            </a:lvl3pPr>
            <a:lvl4pPr>
              <a:defRPr sz="1200" b="0">
                <a:solidFill>
                  <a:srgbClr val="586554"/>
                </a:solidFill>
                <a:latin typeface="Arial"/>
                <a:ea typeface="Arial"/>
                <a:cs typeface="Arial"/>
              </a:defRPr>
            </a:lvl4pPr>
            <a:lvl5pPr>
              <a:defRPr sz="1200" b="0">
                <a:solidFill>
                  <a:srgbClr val="586554"/>
                </a:solidFill>
                <a:latin typeface="Arial"/>
                <a:ea typeface="Arial"/>
                <a:cs typeface="Arial"/>
              </a:defRPr>
            </a:lvl5pPr>
            <a:lvl6pPr>
              <a:defRPr sz="1200" b="0">
                <a:solidFill>
                  <a:srgbClr val="586554"/>
                </a:solidFill>
                <a:latin typeface="Arial"/>
                <a:ea typeface="Arial"/>
                <a:cs typeface="Arial"/>
              </a:defRPr>
            </a:lvl6pPr>
            <a:lvl7pPr>
              <a:defRPr sz="1200" b="0">
                <a:solidFill>
                  <a:srgbClr val="586554"/>
                </a:solidFill>
                <a:latin typeface="Arial"/>
                <a:ea typeface="Arial"/>
                <a:cs typeface="Arial"/>
              </a:defRPr>
            </a:lvl7pPr>
            <a:lvl8pPr>
              <a:defRPr sz="1200" b="0">
                <a:solidFill>
                  <a:srgbClr val="586554"/>
                </a:solidFill>
                <a:latin typeface="Arial"/>
                <a:ea typeface="Arial"/>
                <a:cs typeface="Arial"/>
              </a:defRPr>
            </a:lvl8pPr>
            <a:lvl9pPr>
              <a:defRPr sz="1200" b="0">
                <a:solidFill>
                  <a:srgbClr val="586554"/>
                </a:solidFill>
                <a:latin typeface="Arial"/>
                <a:ea typeface="Arial"/>
                <a:cs typeface="Arial"/>
              </a:defRPr>
            </a:lvl9pPr>
          </a:lstStyle>
          <a:p xmlns:a="http://schemas.openxmlformats.org/drawingml/2006/main">
            <a:pPr>
              <a:defRPr sz="1200" b="0">
                <a:solidFill>
                  <a:srgbClr val="586554"/>
                </a:solidFill>
                <a:latin typeface="Arial"/>
                <a:ea typeface="Arial"/>
                <a:cs typeface="Arial"/>
              </a:defRPr>
            </a:pPr>
            <a:r>
              <a:rPr sz="1200" b="0">
                <a:solidFill>
                  <a:srgbClr val="586554"/>
                </a:solidFill>
                <a:latin typeface="Arial"/>
                <a:ea typeface="Arial"/>
                <a:cs typeface="Arial"/>
              </a:rPr>
              <a:t>02  TerraCierta · Onyx</a:t>
            </a:r>
          </a:p>
        </p:txBody>
      </p:sp>
      <p:sp>
        <p:nvSpPr>
          <p:cNvPr id="3" name="">
            <a:extLst xmlns:a="http://schemas.openxmlformats.org/drawingml/2006/main">
              <a:ext uri="{FF2B5EF4-FFF2-40B4-BE49-F238E27FC236}">
                <a16:creationId xmlns:a16="http://schemas.microsoft.com/office/drawing/2014/main" id="{526C8350-A13A-42EA-98A4-BB48F718A65D}"/>
              </a:ext>
            </a:extLst>
          </p:cNvPr>
          <p:cNvSpPr>
            <a:spLocks xmlns:a="http://schemas.openxmlformats.org/drawingml/2006/main" noGrp="1"/>
          </p:cNvSpPr>
          <p:nvPr/>
        </p:nvSpPr>
        <p:spPr>
          <a:xfrm xmlns:a="http://schemas.openxmlformats.org/drawingml/2006/main">
            <a:off x="609600" y="1809750"/>
            <a:ext cx="2857500" cy="1066800"/>
          </a:xfrm>
          <a:prstGeom xmlns:a="http://schemas.openxmlformats.org/drawingml/2006/main" prst="rect">
            <a:avLst/>
          </a:prstGeom>
          <a:solidFill xmlns:a="http://schemas.openxmlformats.org/drawingml/2006/main">
            <a:srgbClr val="F3EEDC"/>
          </a:solidFill>
          <a:ln xmlns:a="http://schemas.openxmlformats.org/drawingml/2006/main" w="16193">
            <a:solidFill>
              <a:srgbClr val="314130"/>
            </a:solidFill>
          </a:ln>
        </p:spPr>
        <p:txBody>
          <a:bodyPr xmlns:a="http://schemas.openxmlformats.org/drawingml/2006/main" lIns="114300" tIns="114300" rIns="114300" bIns="114300" anchor="ctr"/>
          <a:lstStyle xmlns:a="http://schemas.openxmlformats.org/drawingml/2006/main">
            <a:defPPr algn="ctr">
              <a:defRPr sz="1875">
                <a:solidFill>
                  <a:srgbClr val="314130"/>
                </a:solidFill>
                <a:latin typeface="Arial"/>
                <a:ea typeface="Arial"/>
                <a:cs typeface="Arial"/>
              </a:defRPr>
            </a:defPPr>
            <a:lvl1pPr algn="ctr">
              <a:defRPr sz="1875">
                <a:solidFill>
                  <a:srgbClr val="314130"/>
                </a:solidFill>
                <a:latin typeface="Arial"/>
                <a:ea typeface="Arial"/>
                <a:cs typeface="Arial"/>
              </a:defRPr>
            </a:lvl1pPr>
            <a:lvl2pPr algn="ctr">
              <a:defRPr sz="1875">
                <a:solidFill>
                  <a:srgbClr val="314130"/>
                </a:solidFill>
                <a:latin typeface="Arial"/>
                <a:ea typeface="Arial"/>
                <a:cs typeface="Arial"/>
              </a:defRPr>
            </a:lvl2pPr>
            <a:lvl3pPr algn="ctr">
              <a:defRPr sz="1875">
                <a:solidFill>
                  <a:srgbClr val="314130"/>
                </a:solidFill>
                <a:latin typeface="Arial"/>
                <a:ea typeface="Arial"/>
                <a:cs typeface="Arial"/>
              </a:defRPr>
            </a:lvl3pPr>
            <a:lvl4pPr algn="ctr">
              <a:defRPr sz="1875">
                <a:solidFill>
                  <a:srgbClr val="314130"/>
                </a:solidFill>
                <a:latin typeface="Arial"/>
                <a:ea typeface="Arial"/>
                <a:cs typeface="Arial"/>
              </a:defRPr>
            </a:lvl4pPr>
            <a:lvl5pPr algn="ctr">
              <a:defRPr sz="1875">
                <a:solidFill>
                  <a:srgbClr val="314130"/>
                </a:solidFill>
                <a:latin typeface="Arial"/>
                <a:ea typeface="Arial"/>
                <a:cs typeface="Arial"/>
              </a:defRPr>
            </a:lvl5pPr>
            <a:lvl6pPr algn="ctr">
              <a:defRPr sz="1875">
                <a:solidFill>
                  <a:srgbClr val="314130"/>
                </a:solidFill>
                <a:latin typeface="Arial"/>
                <a:ea typeface="Arial"/>
                <a:cs typeface="Arial"/>
              </a:defRPr>
            </a:lvl6pPr>
            <a:lvl7pPr algn="ctr">
              <a:defRPr sz="1875">
                <a:solidFill>
                  <a:srgbClr val="314130"/>
                </a:solidFill>
                <a:latin typeface="Arial"/>
                <a:ea typeface="Arial"/>
                <a:cs typeface="Arial"/>
              </a:defRPr>
            </a:lvl7pPr>
            <a:lvl8pPr algn="ctr">
              <a:defRPr sz="1875">
                <a:solidFill>
                  <a:srgbClr val="314130"/>
                </a:solidFill>
                <a:latin typeface="Arial"/>
                <a:ea typeface="Arial"/>
                <a:cs typeface="Arial"/>
              </a:defRPr>
            </a:lvl8pPr>
            <a:lvl9pPr algn="ctr">
              <a:defRPr sz="1875">
                <a:solidFill>
                  <a:srgbClr val="314130"/>
                </a:solidFill>
                <a:latin typeface="Arial"/>
                <a:ea typeface="Arial"/>
                <a:cs typeface="Arial"/>
              </a:defRPr>
            </a:lvl9pPr>
          </a:lstStyle>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Comprador</a:t>
            </a:r>
          </a:p>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Paga una orden</a:t>
            </a:r>
          </a:p>
        </p:txBody>
      </p:sp>
      <p:sp>
        <p:nvSpPr>
          <p:cNvPr id="4" name="">
            <a:extLst xmlns:a="http://schemas.openxmlformats.org/drawingml/2006/main">
              <a:ext uri="{FF2B5EF4-FFF2-40B4-BE49-F238E27FC236}">
                <a16:creationId xmlns:a16="http://schemas.microsoft.com/office/drawing/2014/main" id="{EC678F47-72D9-493E-83D0-19916503D459}"/>
              </a:ext>
            </a:extLst>
          </p:cNvPr>
          <p:cNvSpPr>
            <a:spLocks xmlns:a="http://schemas.openxmlformats.org/drawingml/2006/main" noGrp="1"/>
          </p:cNvSpPr>
          <p:nvPr/>
        </p:nvSpPr>
        <p:spPr>
          <a:xfrm xmlns:a="http://schemas.openxmlformats.org/drawingml/2006/main">
            <a:off x="609600" y="3714750"/>
            <a:ext cx="2857500" cy="1066800"/>
          </a:xfrm>
          <a:prstGeom xmlns:a="http://schemas.openxmlformats.org/drawingml/2006/main" prst="rect">
            <a:avLst/>
          </a:prstGeom>
          <a:solidFill xmlns:a="http://schemas.openxmlformats.org/drawingml/2006/main">
            <a:srgbClr val="F3EEDC"/>
          </a:solidFill>
          <a:ln xmlns:a="http://schemas.openxmlformats.org/drawingml/2006/main" w="16193">
            <a:solidFill>
              <a:srgbClr val="314130"/>
            </a:solidFill>
          </a:ln>
        </p:spPr>
        <p:txBody>
          <a:bodyPr xmlns:a="http://schemas.openxmlformats.org/drawingml/2006/main" lIns="114300" tIns="114300" rIns="114300" bIns="114300" anchor="ctr"/>
          <a:lstStyle xmlns:a="http://schemas.openxmlformats.org/drawingml/2006/main">
            <a:defPPr algn="ctr">
              <a:defRPr sz="1875">
                <a:solidFill>
                  <a:srgbClr val="314130"/>
                </a:solidFill>
                <a:latin typeface="Arial"/>
                <a:ea typeface="Arial"/>
                <a:cs typeface="Arial"/>
              </a:defRPr>
            </a:defPPr>
            <a:lvl1pPr algn="ctr">
              <a:defRPr sz="1875">
                <a:solidFill>
                  <a:srgbClr val="314130"/>
                </a:solidFill>
                <a:latin typeface="Arial"/>
                <a:ea typeface="Arial"/>
                <a:cs typeface="Arial"/>
              </a:defRPr>
            </a:lvl1pPr>
            <a:lvl2pPr algn="ctr">
              <a:defRPr sz="1875">
                <a:solidFill>
                  <a:srgbClr val="314130"/>
                </a:solidFill>
                <a:latin typeface="Arial"/>
                <a:ea typeface="Arial"/>
                <a:cs typeface="Arial"/>
              </a:defRPr>
            </a:lvl2pPr>
            <a:lvl3pPr algn="ctr">
              <a:defRPr sz="1875">
                <a:solidFill>
                  <a:srgbClr val="314130"/>
                </a:solidFill>
                <a:latin typeface="Arial"/>
                <a:ea typeface="Arial"/>
                <a:cs typeface="Arial"/>
              </a:defRPr>
            </a:lvl3pPr>
            <a:lvl4pPr algn="ctr">
              <a:defRPr sz="1875">
                <a:solidFill>
                  <a:srgbClr val="314130"/>
                </a:solidFill>
                <a:latin typeface="Arial"/>
                <a:ea typeface="Arial"/>
                <a:cs typeface="Arial"/>
              </a:defRPr>
            </a:lvl4pPr>
            <a:lvl5pPr algn="ctr">
              <a:defRPr sz="1875">
                <a:solidFill>
                  <a:srgbClr val="314130"/>
                </a:solidFill>
                <a:latin typeface="Arial"/>
                <a:ea typeface="Arial"/>
                <a:cs typeface="Arial"/>
              </a:defRPr>
            </a:lvl5pPr>
            <a:lvl6pPr algn="ctr">
              <a:defRPr sz="1875">
                <a:solidFill>
                  <a:srgbClr val="314130"/>
                </a:solidFill>
                <a:latin typeface="Arial"/>
                <a:ea typeface="Arial"/>
                <a:cs typeface="Arial"/>
              </a:defRPr>
            </a:lvl6pPr>
            <a:lvl7pPr algn="ctr">
              <a:defRPr sz="1875">
                <a:solidFill>
                  <a:srgbClr val="314130"/>
                </a:solidFill>
                <a:latin typeface="Arial"/>
                <a:ea typeface="Arial"/>
                <a:cs typeface="Arial"/>
              </a:defRPr>
            </a:lvl7pPr>
            <a:lvl8pPr algn="ctr">
              <a:defRPr sz="1875">
                <a:solidFill>
                  <a:srgbClr val="314130"/>
                </a:solidFill>
                <a:latin typeface="Arial"/>
                <a:ea typeface="Arial"/>
                <a:cs typeface="Arial"/>
              </a:defRPr>
            </a:lvl8pPr>
            <a:lvl9pPr algn="ctr">
              <a:defRPr sz="1875">
                <a:solidFill>
                  <a:srgbClr val="314130"/>
                </a:solidFill>
                <a:latin typeface="Arial"/>
                <a:ea typeface="Arial"/>
                <a:cs typeface="Arial"/>
              </a:defRPr>
            </a:lvl9pPr>
          </a:lstStyle>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Cooperativa</a:t>
            </a:r>
          </a:p>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Paga una oferta</a:t>
            </a:r>
          </a:p>
        </p:txBody>
      </p:sp>
      <p:sp>
        <p:nvSpPr>
          <p:cNvPr id="5" name="">
            <a:extLst xmlns:a="http://schemas.openxmlformats.org/drawingml/2006/main">
              <a:ext uri="{FF2B5EF4-FFF2-40B4-BE49-F238E27FC236}">
                <a16:creationId xmlns:a16="http://schemas.microsoft.com/office/drawing/2014/main" id="{2703F6A7-1D3E-4EEF-9D5E-23118BE3CCA5}"/>
              </a:ext>
            </a:extLst>
          </p:cNvPr>
          <p:cNvSpPr>
            <a:spLocks xmlns:a="http://schemas.openxmlformats.org/drawingml/2006/main" noGrp="1"/>
          </p:cNvSpPr>
          <p:nvPr/>
        </p:nvSpPr>
        <p:spPr>
          <a:xfrm xmlns:a="http://schemas.openxmlformats.org/drawingml/2006/main">
            <a:off x="7620000" y="2705100"/>
            <a:ext cx="3714750" cy="1219200"/>
          </a:xfrm>
          <a:prstGeom xmlns:a="http://schemas.openxmlformats.org/drawingml/2006/main" prst="rect">
            <a:avLst/>
          </a:prstGeom>
          <a:solidFill xmlns:a="http://schemas.openxmlformats.org/drawingml/2006/main">
            <a:srgbClr val="314130"/>
          </a:solidFill>
          <a:ln xmlns:a="http://schemas.openxmlformats.org/drawingml/2006/main" w="16193">
            <a:solidFill>
              <a:srgbClr val="314130"/>
            </a:solidFill>
          </a:ln>
        </p:spPr>
        <p:txBody>
          <a:bodyPr xmlns:a="http://schemas.openxmlformats.org/drawingml/2006/main" lIns="114300" tIns="114300" rIns="114300" bIns="114300" anchor="ctr"/>
          <a:lstStyle xmlns:a="http://schemas.openxmlformats.org/drawingml/2006/main">
            <a:defPPr algn="ctr">
              <a:defRPr sz="1875">
                <a:solidFill>
                  <a:srgbClr val="F3EEDC"/>
                </a:solidFill>
                <a:latin typeface="Arial"/>
                <a:ea typeface="Arial"/>
                <a:cs typeface="Arial"/>
              </a:defRPr>
            </a:defPPr>
            <a:lvl1pPr algn="ctr">
              <a:defRPr sz="1875">
                <a:solidFill>
                  <a:srgbClr val="F3EEDC"/>
                </a:solidFill>
                <a:latin typeface="Arial"/>
                <a:ea typeface="Arial"/>
                <a:cs typeface="Arial"/>
              </a:defRPr>
            </a:lvl1pPr>
            <a:lvl2pPr algn="ctr">
              <a:defRPr sz="1875">
                <a:solidFill>
                  <a:srgbClr val="F3EEDC"/>
                </a:solidFill>
                <a:latin typeface="Arial"/>
                <a:ea typeface="Arial"/>
                <a:cs typeface="Arial"/>
              </a:defRPr>
            </a:lvl2pPr>
            <a:lvl3pPr algn="ctr">
              <a:defRPr sz="1875">
                <a:solidFill>
                  <a:srgbClr val="F3EEDC"/>
                </a:solidFill>
                <a:latin typeface="Arial"/>
                <a:ea typeface="Arial"/>
                <a:cs typeface="Arial"/>
              </a:defRPr>
            </a:lvl3pPr>
            <a:lvl4pPr algn="ctr">
              <a:defRPr sz="1875">
                <a:solidFill>
                  <a:srgbClr val="F3EEDC"/>
                </a:solidFill>
                <a:latin typeface="Arial"/>
                <a:ea typeface="Arial"/>
                <a:cs typeface="Arial"/>
              </a:defRPr>
            </a:lvl4pPr>
            <a:lvl5pPr algn="ctr">
              <a:defRPr sz="1875">
                <a:solidFill>
                  <a:srgbClr val="F3EEDC"/>
                </a:solidFill>
                <a:latin typeface="Arial"/>
                <a:ea typeface="Arial"/>
                <a:cs typeface="Arial"/>
              </a:defRPr>
            </a:lvl5pPr>
            <a:lvl6pPr algn="ctr">
              <a:defRPr sz="1875">
                <a:solidFill>
                  <a:srgbClr val="F3EEDC"/>
                </a:solidFill>
                <a:latin typeface="Arial"/>
                <a:ea typeface="Arial"/>
                <a:cs typeface="Arial"/>
              </a:defRPr>
            </a:lvl6pPr>
            <a:lvl7pPr algn="ctr">
              <a:defRPr sz="1875">
                <a:solidFill>
                  <a:srgbClr val="F3EEDC"/>
                </a:solidFill>
                <a:latin typeface="Arial"/>
                <a:ea typeface="Arial"/>
                <a:cs typeface="Arial"/>
              </a:defRPr>
            </a:lvl7pPr>
            <a:lvl8pPr algn="ctr">
              <a:defRPr sz="1875">
                <a:solidFill>
                  <a:srgbClr val="F3EEDC"/>
                </a:solidFill>
                <a:latin typeface="Arial"/>
                <a:ea typeface="Arial"/>
                <a:cs typeface="Arial"/>
              </a:defRPr>
            </a:lvl8pPr>
            <a:lvl9pPr algn="ctr">
              <a:defRPr sz="1875">
                <a:solidFill>
                  <a:srgbClr val="F3EEDC"/>
                </a:solidFill>
                <a:latin typeface="Arial"/>
                <a:ea typeface="Arial"/>
                <a:cs typeface="Arial"/>
              </a:defRPr>
            </a:lvl9pPr>
          </a:lstStyle>
          <a:p xmlns:a="http://schemas.openxmlformats.org/drawingml/2006/main">
            <a:pPr algn="ctr">
              <a:defRPr sz="1875">
                <a:solidFill>
                  <a:srgbClr val="F3EEDC"/>
                </a:solidFill>
                <a:latin typeface="Arial"/>
                <a:ea typeface="Arial"/>
                <a:cs typeface="Arial"/>
              </a:defRPr>
            </a:pPr>
            <a:r>
              <a:rPr sz="1875">
                <a:solidFill>
                  <a:srgbClr val="F3EEDC"/>
                </a:solidFill>
                <a:latin typeface="Arial"/>
                <a:ea typeface="Arial"/>
                <a:cs typeface="Arial"/>
              </a:rPr>
              <a:t>Caficultor</a:t>
            </a:r>
          </a:p>
          <a:p xmlns:a="http://schemas.openxmlformats.org/drawingml/2006/main">
            <a:pPr algn="ctr">
              <a:defRPr sz="1875">
                <a:solidFill>
                  <a:srgbClr val="F3EEDC"/>
                </a:solidFill>
                <a:latin typeface="Arial"/>
                <a:ea typeface="Arial"/>
                <a:cs typeface="Arial"/>
              </a:defRPr>
            </a:pPr>
            <a:r>
              <a:rPr sz="1875">
                <a:solidFill>
                  <a:srgbClr val="F3EEDC"/>
                </a:solidFill>
                <a:latin typeface="Arial"/>
                <a:ea typeface="Arial"/>
                <a:cs typeface="Arial"/>
              </a:rPr>
              <a:t>Recibe en su wallet</a:t>
            </a:r>
          </a:p>
        </p:txBody>
      </p:sp>
      <p:sp>
        <p:nvSpPr>
          <p:cNvPr id="8" name="">
            <a:extLst xmlns:a="http://schemas.openxmlformats.org/drawingml/2006/main">
              <a:ext uri="{FF2B5EF4-FFF2-40B4-BE49-F238E27FC236}">
                <a16:creationId xmlns:a16="http://schemas.microsoft.com/office/drawing/2014/main" id="{41259DAF-666B-4B63-A3D6-F820E19552B5}"/>
              </a:ext>
            </a:extLst>
          </p:cNvPr>
          <p:cNvSpPr>
            <a:spLocks xmlns:a="http://schemas.openxmlformats.org/drawingml/2006/main" noGrp="1"/>
          </p:cNvSpPr>
          <p:nvPr/>
        </p:nvSpPr>
        <p:spPr>
          <a:xfrm xmlns:a="http://schemas.openxmlformats.org/drawingml/2006/main">
            <a:off x="4095750" y="291465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9B542D"/>
                </a:solidFill>
                <a:latin typeface="Arial"/>
                <a:ea typeface="Arial"/>
                <a:cs typeface="Arial"/>
              </a:defRPr>
            </a:defPPr>
            <a:lvl1pPr>
              <a:defRPr sz="2100" b="1">
                <a:solidFill>
                  <a:srgbClr val="9B542D"/>
                </a:solidFill>
                <a:latin typeface="Arial"/>
                <a:ea typeface="Arial"/>
                <a:cs typeface="Arial"/>
              </a:defRPr>
            </a:lvl1pPr>
            <a:lvl2pPr>
              <a:defRPr sz="2100" b="1">
                <a:solidFill>
                  <a:srgbClr val="9B542D"/>
                </a:solidFill>
                <a:latin typeface="Arial"/>
                <a:ea typeface="Arial"/>
                <a:cs typeface="Arial"/>
              </a:defRPr>
            </a:lvl2pPr>
            <a:lvl3pPr>
              <a:defRPr sz="2100" b="1">
                <a:solidFill>
                  <a:srgbClr val="9B542D"/>
                </a:solidFill>
                <a:latin typeface="Arial"/>
                <a:ea typeface="Arial"/>
                <a:cs typeface="Arial"/>
              </a:defRPr>
            </a:lvl3pPr>
            <a:lvl4pPr>
              <a:defRPr sz="2100" b="1">
                <a:solidFill>
                  <a:srgbClr val="9B542D"/>
                </a:solidFill>
                <a:latin typeface="Arial"/>
                <a:ea typeface="Arial"/>
                <a:cs typeface="Arial"/>
              </a:defRPr>
            </a:lvl4pPr>
            <a:lvl5pPr>
              <a:defRPr sz="2100" b="1">
                <a:solidFill>
                  <a:srgbClr val="9B542D"/>
                </a:solidFill>
                <a:latin typeface="Arial"/>
                <a:ea typeface="Arial"/>
                <a:cs typeface="Arial"/>
              </a:defRPr>
            </a:lvl5pPr>
            <a:lvl6pPr>
              <a:defRPr sz="2100" b="1">
                <a:solidFill>
                  <a:srgbClr val="9B542D"/>
                </a:solidFill>
                <a:latin typeface="Arial"/>
                <a:ea typeface="Arial"/>
                <a:cs typeface="Arial"/>
              </a:defRPr>
            </a:lvl6pPr>
            <a:lvl7pPr>
              <a:defRPr sz="2100" b="1">
                <a:solidFill>
                  <a:srgbClr val="9B542D"/>
                </a:solidFill>
                <a:latin typeface="Arial"/>
                <a:ea typeface="Arial"/>
                <a:cs typeface="Arial"/>
              </a:defRPr>
            </a:lvl7pPr>
            <a:lvl8pPr>
              <a:defRPr sz="2100" b="1">
                <a:solidFill>
                  <a:srgbClr val="9B542D"/>
                </a:solidFill>
                <a:latin typeface="Arial"/>
                <a:ea typeface="Arial"/>
                <a:cs typeface="Arial"/>
              </a:defRPr>
            </a:lvl8pPr>
            <a:lvl9pPr>
              <a:defRPr sz="2100" b="1">
                <a:solidFill>
                  <a:srgbClr val="9B542D"/>
                </a:solidFill>
                <a:latin typeface="Arial"/>
                <a:ea typeface="Arial"/>
                <a:cs typeface="Arial"/>
              </a:defRPr>
            </a:lvl9pPr>
          </a:lstStyle>
          <a:p xmlns:a="http://schemas.openxmlformats.org/drawingml/2006/main">
            <a:pPr>
              <a:defRPr sz="2100" b="1">
                <a:solidFill>
                  <a:srgbClr val="9B542D"/>
                </a:solidFill>
                <a:latin typeface="Arial"/>
                <a:ea typeface="Arial"/>
                <a:cs typeface="Arial"/>
              </a:defRPr>
            </a:pPr>
            <a:r>
              <a:rPr sz="2100" b="1">
                <a:solidFill>
                  <a:srgbClr val="9B542D"/>
                </a:solidFill>
                <a:latin typeface="Arial"/>
                <a:ea typeface="Arial"/>
                <a:cs typeface="Arial"/>
              </a:rPr>
              <a:t>Open Payments</a:t>
            </a:r>
          </a:p>
        </p:txBody>
      </p:sp>
      <p:sp>
        <p:nvSpPr>
          <p:cNvPr id="9" name="">
            <a:extLst xmlns:a="http://schemas.openxmlformats.org/drawingml/2006/main">
              <a:ext uri="{FF2B5EF4-FFF2-40B4-BE49-F238E27FC236}">
                <a16:creationId xmlns:a16="http://schemas.microsoft.com/office/drawing/2014/main" id="{67ABA429-3461-4C8F-9B50-09649084C5CC}"/>
              </a:ext>
            </a:extLst>
          </p:cNvPr>
          <p:cNvSpPr>
            <a:spLocks xmlns:a="http://schemas.openxmlformats.org/drawingml/2006/main" noGrp="1"/>
          </p:cNvSpPr>
          <p:nvPr/>
        </p:nvSpPr>
        <p:spPr>
          <a:xfrm xmlns:a="http://schemas.openxmlformats.org/drawingml/2006/main">
            <a:off x="609600" y="54292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314130"/>
                </a:solidFill>
                <a:latin typeface="Arial"/>
                <a:ea typeface="Arial"/>
                <a:cs typeface="Arial"/>
              </a:defRPr>
            </a:defPPr>
            <a:lvl1pPr>
              <a:defRPr sz="2175" b="1">
                <a:solidFill>
                  <a:srgbClr val="314130"/>
                </a:solidFill>
                <a:latin typeface="Arial"/>
                <a:ea typeface="Arial"/>
                <a:cs typeface="Arial"/>
              </a:defRPr>
            </a:lvl1pPr>
            <a:lvl2pPr>
              <a:defRPr sz="2175" b="1">
                <a:solidFill>
                  <a:srgbClr val="314130"/>
                </a:solidFill>
                <a:latin typeface="Arial"/>
                <a:ea typeface="Arial"/>
                <a:cs typeface="Arial"/>
              </a:defRPr>
            </a:lvl2pPr>
            <a:lvl3pPr>
              <a:defRPr sz="2175" b="1">
                <a:solidFill>
                  <a:srgbClr val="314130"/>
                </a:solidFill>
                <a:latin typeface="Arial"/>
                <a:ea typeface="Arial"/>
                <a:cs typeface="Arial"/>
              </a:defRPr>
            </a:lvl3pPr>
            <a:lvl4pPr>
              <a:defRPr sz="2175" b="1">
                <a:solidFill>
                  <a:srgbClr val="314130"/>
                </a:solidFill>
                <a:latin typeface="Arial"/>
                <a:ea typeface="Arial"/>
                <a:cs typeface="Arial"/>
              </a:defRPr>
            </a:lvl4pPr>
            <a:lvl5pPr>
              <a:defRPr sz="2175" b="1">
                <a:solidFill>
                  <a:srgbClr val="314130"/>
                </a:solidFill>
                <a:latin typeface="Arial"/>
                <a:ea typeface="Arial"/>
                <a:cs typeface="Arial"/>
              </a:defRPr>
            </a:lvl5pPr>
            <a:lvl6pPr>
              <a:defRPr sz="2175" b="1">
                <a:solidFill>
                  <a:srgbClr val="314130"/>
                </a:solidFill>
                <a:latin typeface="Arial"/>
                <a:ea typeface="Arial"/>
                <a:cs typeface="Arial"/>
              </a:defRPr>
            </a:lvl6pPr>
            <a:lvl7pPr>
              <a:defRPr sz="2175" b="1">
                <a:solidFill>
                  <a:srgbClr val="314130"/>
                </a:solidFill>
                <a:latin typeface="Arial"/>
                <a:ea typeface="Arial"/>
                <a:cs typeface="Arial"/>
              </a:defRPr>
            </a:lvl7pPr>
            <a:lvl8pPr>
              <a:defRPr sz="2175" b="1">
                <a:solidFill>
                  <a:srgbClr val="314130"/>
                </a:solidFill>
                <a:latin typeface="Arial"/>
                <a:ea typeface="Arial"/>
                <a:cs typeface="Arial"/>
              </a:defRPr>
            </a:lvl8pPr>
            <a:lvl9pPr>
              <a:defRPr sz="2175" b="1">
                <a:solidFill>
                  <a:srgbClr val="314130"/>
                </a:solidFill>
                <a:latin typeface="Arial"/>
                <a:ea typeface="Arial"/>
                <a:cs typeface="Arial"/>
              </a:defRPr>
            </a:lvl9pPr>
          </a:lstStyle>
          <a:p xmlns:a="http://schemas.openxmlformats.org/drawingml/2006/main">
            <a:pPr>
              <a:defRPr sz="2175" b="1">
                <a:solidFill>
                  <a:srgbClr val="314130"/>
                </a:solidFill>
                <a:latin typeface="Arial"/>
                <a:ea typeface="Arial"/>
                <a:cs typeface="Arial"/>
              </a:defRPr>
            </a:pPr>
            <a:r>
              <a:rPr sz="2175" b="1">
                <a:solidFill>
                  <a:srgbClr val="314130"/>
                </a:solidFill>
                <a:latin typeface="Arial"/>
                <a:ea typeface="Arial"/>
                <a:cs typeface="Arial"/>
              </a:rPr>
              <a:t>Quien paga autoriza en su wallet</a:t>
            </a:r>
          </a:p>
        </p:txBody>
      </p:sp>
      <p:sp>
        <p:nvSpPr>
          <p:cNvPr id="10" name="">
            <a:extLst xmlns:a="http://schemas.openxmlformats.org/drawingml/2006/main">
              <a:ext uri="{FF2B5EF4-FFF2-40B4-BE49-F238E27FC236}">
                <a16:creationId xmlns:a16="http://schemas.microsoft.com/office/drawing/2014/main" id="{1481B556-D0F5-44E7-817C-347F37B3BAE8}"/>
              </a:ext>
            </a:extLst>
          </p:cNvPr>
          <p:cNvSpPr>
            <a:spLocks xmlns:a="http://schemas.openxmlformats.org/drawingml/2006/main" noGrp="1"/>
          </p:cNvSpPr>
          <p:nvPr/>
        </p:nvSpPr>
        <p:spPr>
          <a:xfrm xmlns:a="http://schemas.openxmlformats.org/drawingml/2006/main">
            <a:off x="609600" y="590550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86554"/>
                </a:solidFill>
                <a:latin typeface="Arial"/>
                <a:ea typeface="Arial"/>
                <a:cs typeface="Arial"/>
              </a:defRPr>
            </a:defPPr>
            <a:lvl1pPr>
              <a:defRPr sz="1800" b="0">
                <a:solidFill>
                  <a:srgbClr val="586554"/>
                </a:solidFill>
                <a:latin typeface="Arial"/>
                <a:ea typeface="Arial"/>
                <a:cs typeface="Arial"/>
              </a:defRPr>
            </a:lvl1pPr>
            <a:lvl2pPr>
              <a:defRPr sz="1800" b="0">
                <a:solidFill>
                  <a:srgbClr val="586554"/>
                </a:solidFill>
                <a:latin typeface="Arial"/>
                <a:ea typeface="Arial"/>
                <a:cs typeface="Arial"/>
              </a:defRPr>
            </a:lvl2pPr>
            <a:lvl3pPr>
              <a:defRPr sz="1800" b="0">
                <a:solidFill>
                  <a:srgbClr val="586554"/>
                </a:solidFill>
                <a:latin typeface="Arial"/>
                <a:ea typeface="Arial"/>
                <a:cs typeface="Arial"/>
              </a:defRPr>
            </a:lvl3pPr>
            <a:lvl4pPr>
              <a:defRPr sz="1800" b="0">
                <a:solidFill>
                  <a:srgbClr val="586554"/>
                </a:solidFill>
                <a:latin typeface="Arial"/>
                <a:ea typeface="Arial"/>
                <a:cs typeface="Arial"/>
              </a:defRPr>
            </a:lvl4pPr>
            <a:lvl5pPr>
              <a:defRPr sz="1800" b="0">
                <a:solidFill>
                  <a:srgbClr val="586554"/>
                </a:solidFill>
                <a:latin typeface="Arial"/>
                <a:ea typeface="Arial"/>
                <a:cs typeface="Arial"/>
              </a:defRPr>
            </a:lvl5pPr>
            <a:lvl6pPr>
              <a:defRPr sz="1800" b="0">
                <a:solidFill>
                  <a:srgbClr val="586554"/>
                </a:solidFill>
                <a:latin typeface="Arial"/>
                <a:ea typeface="Arial"/>
                <a:cs typeface="Arial"/>
              </a:defRPr>
            </a:lvl6pPr>
            <a:lvl7pPr>
              <a:defRPr sz="1800" b="0">
                <a:solidFill>
                  <a:srgbClr val="586554"/>
                </a:solidFill>
                <a:latin typeface="Arial"/>
                <a:ea typeface="Arial"/>
                <a:cs typeface="Arial"/>
              </a:defRPr>
            </a:lvl7pPr>
            <a:lvl8pPr>
              <a:defRPr sz="1800" b="0">
                <a:solidFill>
                  <a:srgbClr val="586554"/>
                </a:solidFill>
                <a:latin typeface="Arial"/>
                <a:ea typeface="Arial"/>
                <a:cs typeface="Arial"/>
              </a:defRPr>
            </a:lvl8pPr>
            <a:lvl9pPr>
              <a:defRPr sz="1800" b="0">
                <a:solidFill>
                  <a:srgbClr val="586554"/>
                </a:solidFill>
                <a:latin typeface="Arial"/>
                <a:ea typeface="Arial"/>
                <a:cs typeface="Arial"/>
              </a:defRPr>
            </a:lvl9pPr>
          </a:lstStyle>
          <a:p xmlns:a="http://schemas.openxmlformats.org/drawingml/2006/main">
            <a:pPr>
              <a:defRPr sz="1800" b="0">
                <a:solidFill>
                  <a:srgbClr val="586554"/>
                </a:solidFill>
                <a:latin typeface="Arial"/>
                <a:ea typeface="Arial"/>
                <a:cs typeface="Arial"/>
              </a:defRPr>
            </a:pPr>
            <a:r>
              <a:rPr sz="1800" b="0">
                <a:solidFill>
                  <a:srgbClr val="586554"/>
                </a:solidFill>
                <a:latin typeface="Arial"/>
                <a:ea typeface="Arial"/>
                <a:cs typeface="Arial"/>
              </a:rPr>
              <a:t>El productor consulta su cobro sin aprobar la recepción.</a:t>
            </a:r>
          </a:p>
        </p:txBody>
      </p:sp>
    </p:spTree>
    <p:extLst>
      <p:ext uri="{BB962C8B-B14F-4D97-AF65-F5344CB8AC3E}">
        <p14:creationId xmlns:p14="http://schemas.microsoft.com/office/powerpoint/2010/main" val="1179449526"/>
      </p:ext>
    </p:extLst>
  </p:cSld>
</p:sld>
</file>

<file path=ppt/slides/slide3.xml><?xml version="1.0" encoding="utf-8"?>
<p:sld xmlns:p="http://schemas.openxmlformats.org/presentationml/2006/main">
  <p:cSld>
    <p:bg>
      <p:bgPr>
        <a:solidFill xmlns:a="http://schemas.openxmlformats.org/drawingml/2006/main">
          <a:srgbClr val="F3EEDC"/>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D6758F50-E60E-43C9-BC85-50A22993B49F}"/>
              </a:ext>
            </a:extLst>
          </p:cNvPr>
          <p:cNvCxnSpPr>
            <a:stCxn xmlns:a="http://schemas.openxmlformats.org/drawingml/2006/main" id="5" idx="2"/>
            <a:endCxn xmlns:a="http://schemas.openxmlformats.org/drawingml/2006/main" id="10" idx="0"/>
          </p:cNvCxnSpPr>
          <p:nvPr/>
        </p:nvCxnSpPr>
        <p:spPr>
          <a:xfrm xmlns:a="http://schemas.openxmlformats.org/drawingml/2006/main" flipH="1">
            <a:off x="9477375" y="3190875"/>
            <a:ext cx="866775" cy="1238250"/>
          </a:xfrm>
          <a:prstGeom xmlns:a="http://schemas.openxmlformats.org/drawingml/2006/main" prst="straightConnector1">
            <a:avLst/>
          </a:prstGeom>
          <a:ln xmlns:a="http://schemas.openxmlformats.org/drawingml/2006/main" w="19050">
            <a:solidFill>
              <a:srgbClr val="9B542D"/>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31336D92-6C2F-4762-BE53-ABE997EBA53D}"/>
              </a:ext>
            </a:extLst>
          </p:cNvPr>
          <p:cNvCxnSpPr>
            <a:stCxn xmlns:a="http://schemas.openxmlformats.org/drawingml/2006/main" id="4" idx="3"/>
            <a:endCxn xmlns:a="http://schemas.openxmlformats.org/drawingml/2006/main" id="5" idx="1"/>
          </p:cNvCxnSpPr>
          <p:nvPr/>
        </p:nvCxnSpPr>
        <p:spPr>
          <a:xfrm xmlns:a="http://schemas.openxmlformats.org/drawingml/2006/main">
            <a:off x="7334250" y="2690813"/>
            <a:ext cx="1771650" cy="0"/>
          </a:xfrm>
          <a:prstGeom xmlns:a="http://schemas.openxmlformats.org/drawingml/2006/main" prst="straightConnector1">
            <a:avLst/>
          </a:prstGeom>
          <a:ln xmlns:a="http://schemas.openxmlformats.org/drawingml/2006/main" w="19050">
            <a:solidFill>
              <a:srgbClr val="9B542D"/>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DEEC8FE2-2462-4D7D-89C6-F5FAAB318C08}"/>
              </a:ext>
            </a:extLst>
          </p:cNvPr>
          <p:cNvCxnSpPr>
            <a:stCxn xmlns:a="http://schemas.openxmlformats.org/drawingml/2006/main" id="3" idx="3"/>
            <a:endCxn xmlns:a="http://schemas.openxmlformats.org/drawingml/2006/main" id="4" idx="1"/>
          </p:cNvCxnSpPr>
          <p:nvPr/>
        </p:nvCxnSpPr>
        <p:spPr>
          <a:xfrm xmlns:a="http://schemas.openxmlformats.org/drawingml/2006/main">
            <a:off x="3086100" y="2690813"/>
            <a:ext cx="1771650" cy="0"/>
          </a:xfrm>
          <a:prstGeom xmlns:a="http://schemas.openxmlformats.org/drawingml/2006/main" prst="straightConnector1">
            <a:avLst/>
          </a:prstGeom>
          <a:ln xmlns:a="http://schemas.openxmlformats.org/drawingml/2006/main" w="19050">
            <a:solidFill>
              <a:srgbClr val="9B542D"/>
            </a:solidFill>
            <a:prstDash val="solid"/>
            <a:tailEnd type="arrow" w="med" len="med"/>
          </a:ln>
        </p:spPr>
      </p:cxnSp>
      <p:sp>
        <p:nvSpPr>
          <p:cNvPr id="14" name="">
            <a:extLst xmlns:a="http://schemas.openxmlformats.org/drawingml/2006/main">
              <a:ext uri="{FF2B5EF4-FFF2-40B4-BE49-F238E27FC236}">
                <a16:creationId xmlns:a16="http://schemas.microsoft.com/office/drawing/2014/main" id="{4BC8CCEE-09CD-4A6D-8FFD-BD649BED4396}"/>
              </a:ext>
            </a:extLst>
          </p:cNvPr>
          <p:cNvSpPr>
            <a:spLocks xmlns:a="http://schemas.openxmlformats.org/drawingml/2006/main" noGrp="1"/>
          </p:cNvSpPr>
          <p:nvPr/>
        </p:nvSpPr>
        <p:spPr>
          <a:xfrm xmlns:a="http://schemas.openxmlformats.org/drawingml/2006/main">
            <a:off x="609600" y="4762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0">
                <a:solidFill>
                  <a:srgbClr val="314130"/>
                </a:solidFill>
                <a:latin typeface="Georgia"/>
                <a:ea typeface="Georgia"/>
                <a:cs typeface="Georgia"/>
              </a:defRPr>
            </a:defPPr>
            <a:lvl1pPr>
              <a:defRPr sz="3300" b="0">
                <a:solidFill>
                  <a:srgbClr val="314130"/>
                </a:solidFill>
                <a:latin typeface="Georgia"/>
                <a:ea typeface="Georgia"/>
                <a:cs typeface="Georgia"/>
              </a:defRPr>
            </a:lvl1pPr>
            <a:lvl2pPr>
              <a:defRPr sz="3300" b="0">
                <a:solidFill>
                  <a:srgbClr val="314130"/>
                </a:solidFill>
                <a:latin typeface="Georgia"/>
                <a:ea typeface="Georgia"/>
                <a:cs typeface="Georgia"/>
              </a:defRPr>
            </a:lvl2pPr>
            <a:lvl3pPr>
              <a:defRPr sz="3300" b="0">
                <a:solidFill>
                  <a:srgbClr val="314130"/>
                </a:solidFill>
                <a:latin typeface="Georgia"/>
                <a:ea typeface="Georgia"/>
                <a:cs typeface="Georgia"/>
              </a:defRPr>
            </a:lvl3pPr>
            <a:lvl4pPr>
              <a:defRPr sz="3300" b="0">
                <a:solidFill>
                  <a:srgbClr val="314130"/>
                </a:solidFill>
                <a:latin typeface="Georgia"/>
                <a:ea typeface="Georgia"/>
                <a:cs typeface="Georgia"/>
              </a:defRPr>
            </a:lvl4pPr>
            <a:lvl5pPr>
              <a:defRPr sz="3300" b="0">
                <a:solidFill>
                  <a:srgbClr val="314130"/>
                </a:solidFill>
                <a:latin typeface="Georgia"/>
                <a:ea typeface="Georgia"/>
                <a:cs typeface="Georgia"/>
              </a:defRPr>
            </a:lvl5pPr>
            <a:lvl6pPr>
              <a:defRPr sz="3300" b="0">
                <a:solidFill>
                  <a:srgbClr val="314130"/>
                </a:solidFill>
                <a:latin typeface="Georgia"/>
                <a:ea typeface="Georgia"/>
                <a:cs typeface="Georgia"/>
              </a:defRPr>
            </a:lvl6pPr>
            <a:lvl7pPr>
              <a:defRPr sz="3300" b="0">
                <a:solidFill>
                  <a:srgbClr val="314130"/>
                </a:solidFill>
                <a:latin typeface="Georgia"/>
                <a:ea typeface="Georgia"/>
                <a:cs typeface="Georgia"/>
              </a:defRPr>
            </a:lvl7pPr>
            <a:lvl8pPr>
              <a:defRPr sz="3300" b="0">
                <a:solidFill>
                  <a:srgbClr val="314130"/>
                </a:solidFill>
                <a:latin typeface="Georgia"/>
                <a:ea typeface="Georgia"/>
                <a:cs typeface="Georgia"/>
              </a:defRPr>
            </a:lvl8pPr>
            <a:lvl9pPr>
              <a:defRPr sz="3300" b="0">
                <a:solidFill>
                  <a:srgbClr val="314130"/>
                </a:solidFill>
                <a:latin typeface="Georgia"/>
                <a:ea typeface="Georgia"/>
                <a:cs typeface="Georgia"/>
              </a:defRPr>
            </a:lvl9pPr>
          </a:lstStyle>
          <a:p xmlns:a="http://schemas.openxmlformats.org/drawingml/2006/main">
            <a:pPr>
              <a:defRPr sz="3300" b="0">
                <a:solidFill>
                  <a:srgbClr val="314130"/>
                </a:solidFill>
                <a:latin typeface="Georgia"/>
                <a:ea typeface="Georgia"/>
                <a:cs typeface="Georgia"/>
              </a:defRPr>
            </a:pPr>
            <a:r>
              <a:rPr sz="3300" b="0">
                <a:solidFill>
                  <a:srgbClr val="314130"/>
                </a:solidFill>
                <a:latin typeface="Georgia"/>
                <a:ea typeface="Georgia"/>
                <a:cs typeface="Georgia"/>
              </a:rPr>
              <a:t>Dónde termina la protección PQC de la app</a:t>
            </a:r>
          </a:p>
        </p:txBody>
      </p:sp>
      <p:sp>
        <p:nvSpPr>
          <p:cNvPr id="2" name="">
            <a:extLst xmlns:a="http://schemas.openxmlformats.org/drawingml/2006/main">
              <a:ext uri="{FF2B5EF4-FFF2-40B4-BE49-F238E27FC236}">
                <a16:creationId xmlns:a16="http://schemas.microsoft.com/office/drawing/2014/main" id="{2157DFA9-65A7-4643-8E8D-53815DDCB823}"/>
              </a:ext>
            </a:extLst>
          </p:cNvPr>
          <p:cNvSpPr>
            <a:spLocks xmlns:a="http://schemas.openxmlformats.org/drawingml/2006/main" noGrp="1"/>
          </p:cNvSpPr>
          <p:nvPr/>
        </p:nvSpPr>
        <p:spPr>
          <a:xfrm xmlns:a="http://schemas.openxmlformats.org/drawingml/2006/main">
            <a:off x="609600" y="641985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86554"/>
                </a:solidFill>
                <a:latin typeface="Arial"/>
                <a:ea typeface="Arial"/>
                <a:cs typeface="Arial"/>
              </a:defRPr>
            </a:defPPr>
            <a:lvl1pPr>
              <a:defRPr sz="1200" b="0">
                <a:solidFill>
                  <a:srgbClr val="586554"/>
                </a:solidFill>
                <a:latin typeface="Arial"/>
                <a:ea typeface="Arial"/>
                <a:cs typeface="Arial"/>
              </a:defRPr>
            </a:lvl1pPr>
            <a:lvl2pPr>
              <a:defRPr sz="1200" b="0">
                <a:solidFill>
                  <a:srgbClr val="586554"/>
                </a:solidFill>
                <a:latin typeface="Arial"/>
                <a:ea typeface="Arial"/>
                <a:cs typeface="Arial"/>
              </a:defRPr>
            </a:lvl2pPr>
            <a:lvl3pPr>
              <a:defRPr sz="1200" b="0">
                <a:solidFill>
                  <a:srgbClr val="586554"/>
                </a:solidFill>
                <a:latin typeface="Arial"/>
                <a:ea typeface="Arial"/>
                <a:cs typeface="Arial"/>
              </a:defRPr>
            </a:lvl3pPr>
            <a:lvl4pPr>
              <a:defRPr sz="1200" b="0">
                <a:solidFill>
                  <a:srgbClr val="586554"/>
                </a:solidFill>
                <a:latin typeface="Arial"/>
                <a:ea typeface="Arial"/>
                <a:cs typeface="Arial"/>
              </a:defRPr>
            </a:lvl4pPr>
            <a:lvl5pPr>
              <a:defRPr sz="1200" b="0">
                <a:solidFill>
                  <a:srgbClr val="586554"/>
                </a:solidFill>
                <a:latin typeface="Arial"/>
                <a:ea typeface="Arial"/>
                <a:cs typeface="Arial"/>
              </a:defRPr>
            </a:lvl5pPr>
            <a:lvl6pPr>
              <a:defRPr sz="1200" b="0">
                <a:solidFill>
                  <a:srgbClr val="586554"/>
                </a:solidFill>
                <a:latin typeface="Arial"/>
                <a:ea typeface="Arial"/>
                <a:cs typeface="Arial"/>
              </a:defRPr>
            </a:lvl6pPr>
            <a:lvl7pPr>
              <a:defRPr sz="1200" b="0">
                <a:solidFill>
                  <a:srgbClr val="586554"/>
                </a:solidFill>
                <a:latin typeface="Arial"/>
                <a:ea typeface="Arial"/>
                <a:cs typeface="Arial"/>
              </a:defRPr>
            </a:lvl7pPr>
            <a:lvl8pPr>
              <a:defRPr sz="1200" b="0">
                <a:solidFill>
                  <a:srgbClr val="586554"/>
                </a:solidFill>
                <a:latin typeface="Arial"/>
                <a:ea typeface="Arial"/>
                <a:cs typeface="Arial"/>
              </a:defRPr>
            </a:lvl8pPr>
            <a:lvl9pPr>
              <a:defRPr sz="1200" b="0">
                <a:solidFill>
                  <a:srgbClr val="586554"/>
                </a:solidFill>
                <a:latin typeface="Arial"/>
                <a:ea typeface="Arial"/>
                <a:cs typeface="Arial"/>
              </a:defRPr>
            </a:lvl9pPr>
          </a:lstStyle>
          <a:p xmlns:a="http://schemas.openxmlformats.org/drawingml/2006/main">
            <a:pPr>
              <a:defRPr sz="1200" b="0">
                <a:solidFill>
                  <a:srgbClr val="586554"/>
                </a:solidFill>
                <a:latin typeface="Arial"/>
                <a:ea typeface="Arial"/>
                <a:cs typeface="Arial"/>
              </a:defRPr>
            </a:pPr>
            <a:r>
              <a:rPr sz="1200" b="0">
                <a:solidFill>
                  <a:srgbClr val="586554"/>
                </a:solidFill>
                <a:latin typeface="Arial"/>
                <a:ea typeface="Arial"/>
                <a:cs typeface="Arial"/>
              </a:rPr>
              <a:t>03  TerraCierta · Onyx</a:t>
            </a:r>
          </a:p>
        </p:txBody>
      </p:sp>
      <p:sp>
        <p:nvSpPr>
          <p:cNvPr id="3" name="">
            <a:extLst xmlns:a="http://schemas.openxmlformats.org/drawingml/2006/main">
              <a:ext uri="{FF2B5EF4-FFF2-40B4-BE49-F238E27FC236}">
                <a16:creationId xmlns:a16="http://schemas.microsoft.com/office/drawing/2014/main" id="{5CE763BE-AD53-4DE7-A6DE-14E6121D4CC7}"/>
              </a:ext>
            </a:extLst>
          </p:cNvPr>
          <p:cNvSpPr>
            <a:spLocks xmlns:a="http://schemas.openxmlformats.org/drawingml/2006/main" noGrp="1"/>
          </p:cNvSpPr>
          <p:nvPr/>
        </p:nvSpPr>
        <p:spPr>
          <a:xfrm xmlns:a="http://schemas.openxmlformats.org/drawingml/2006/main">
            <a:off x="609600" y="2190750"/>
            <a:ext cx="2476500" cy="1000125"/>
          </a:xfrm>
          <a:prstGeom xmlns:a="http://schemas.openxmlformats.org/drawingml/2006/main" prst="rect">
            <a:avLst/>
          </a:prstGeom>
          <a:solidFill xmlns:a="http://schemas.openxmlformats.org/drawingml/2006/main">
            <a:srgbClr val="F3EEDC"/>
          </a:solidFill>
          <a:ln xmlns:a="http://schemas.openxmlformats.org/drawingml/2006/main" w="16193">
            <a:solidFill>
              <a:srgbClr val="314130"/>
            </a:solidFill>
          </a:ln>
        </p:spPr>
        <p:txBody>
          <a:bodyPr xmlns:a="http://schemas.openxmlformats.org/drawingml/2006/main" lIns="114300" tIns="114300" rIns="114300" bIns="114300" anchor="ctr"/>
          <a:lstStyle xmlns:a="http://schemas.openxmlformats.org/drawingml/2006/main">
            <a:defPPr algn="ctr">
              <a:defRPr sz="1875">
                <a:solidFill>
                  <a:srgbClr val="314130"/>
                </a:solidFill>
                <a:latin typeface="Arial"/>
                <a:ea typeface="Arial"/>
                <a:cs typeface="Arial"/>
              </a:defRPr>
            </a:defPPr>
            <a:lvl1pPr algn="ctr">
              <a:defRPr sz="1875">
                <a:solidFill>
                  <a:srgbClr val="314130"/>
                </a:solidFill>
                <a:latin typeface="Arial"/>
                <a:ea typeface="Arial"/>
                <a:cs typeface="Arial"/>
              </a:defRPr>
            </a:lvl1pPr>
            <a:lvl2pPr algn="ctr">
              <a:defRPr sz="1875">
                <a:solidFill>
                  <a:srgbClr val="314130"/>
                </a:solidFill>
                <a:latin typeface="Arial"/>
                <a:ea typeface="Arial"/>
                <a:cs typeface="Arial"/>
              </a:defRPr>
            </a:lvl2pPr>
            <a:lvl3pPr algn="ctr">
              <a:defRPr sz="1875">
                <a:solidFill>
                  <a:srgbClr val="314130"/>
                </a:solidFill>
                <a:latin typeface="Arial"/>
                <a:ea typeface="Arial"/>
                <a:cs typeface="Arial"/>
              </a:defRPr>
            </a:lvl3pPr>
            <a:lvl4pPr algn="ctr">
              <a:defRPr sz="1875">
                <a:solidFill>
                  <a:srgbClr val="314130"/>
                </a:solidFill>
                <a:latin typeface="Arial"/>
                <a:ea typeface="Arial"/>
                <a:cs typeface="Arial"/>
              </a:defRPr>
            </a:lvl4pPr>
            <a:lvl5pPr algn="ctr">
              <a:defRPr sz="1875">
                <a:solidFill>
                  <a:srgbClr val="314130"/>
                </a:solidFill>
                <a:latin typeface="Arial"/>
                <a:ea typeface="Arial"/>
                <a:cs typeface="Arial"/>
              </a:defRPr>
            </a:lvl5pPr>
            <a:lvl6pPr algn="ctr">
              <a:defRPr sz="1875">
                <a:solidFill>
                  <a:srgbClr val="314130"/>
                </a:solidFill>
                <a:latin typeface="Arial"/>
                <a:ea typeface="Arial"/>
                <a:cs typeface="Arial"/>
              </a:defRPr>
            </a:lvl6pPr>
            <a:lvl7pPr algn="ctr">
              <a:defRPr sz="1875">
                <a:solidFill>
                  <a:srgbClr val="314130"/>
                </a:solidFill>
                <a:latin typeface="Arial"/>
                <a:ea typeface="Arial"/>
                <a:cs typeface="Arial"/>
              </a:defRPr>
            </a:lvl7pPr>
            <a:lvl8pPr algn="ctr">
              <a:defRPr sz="1875">
                <a:solidFill>
                  <a:srgbClr val="314130"/>
                </a:solidFill>
                <a:latin typeface="Arial"/>
                <a:ea typeface="Arial"/>
                <a:cs typeface="Arial"/>
              </a:defRPr>
            </a:lvl8pPr>
            <a:lvl9pPr algn="ctr">
              <a:defRPr sz="1875">
                <a:solidFill>
                  <a:srgbClr val="314130"/>
                </a:solidFill>
                <a:latin typeface="Arial"/>
                <a:ea typeface="Arial"/>
                <a:cs typeface="Arial"/>
              </a:defRPr>
            </a:lvl9pPr>
          </a:lstStyle>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Navegador</a:t>
            </a:r>
          </a:p>
        </p:txBody>
      </p:sp>
      <p:sp>
        <p:nvSpPr>
          <p:cNvPr id="4" name="">
            <a:extLst xmlns:a="http://schemas.openxmlformats.org/drawingml/2006/main">
              <a:ext uri="{FF2B5EF4-FFF2-40B4-BE49-F238E27FC236}">
                <a16:creationId xmlns:a16="http://schemas.microsoft.com/office/drawing/2014/main" id="{560664A3-E299-49CE-B89D-0BE494D6EAF8}"/>
              </a:ext>
            </a:extLst>
          </p:cNvPr>
          <p:cNvSpPr>
            <a:spLocks xmlns:a="http://schemas.openxmlformats.org/drawingml/2006/main" noGrp="1"/>
          </p:cNvSpPr>
          <p:nvPr/>
        </p:nvSpPr>
        <p:spPr>
          <a:xfrm xmlns:a="http://schemas.openxmlformats.org/drawingml/2006/main">
            <a:off x="4857750" y="2190750"/>
            <a:ext cx="2476500" cy="1000125"/>
          </a:xfrm>
          <a:prstGeom xmlns:a="http://schemas.openxmlformats.org/drawingml/2006/main" prst="rect">
            <a:avLst/>
          </a:prstGeom>
          <a:solidFill xmlns:a="http://schemas.openxmlformats.org/drawingml/2006/main">
            <a:srgbClr val="314130"/>
          </a:solidFill>
          <a:ln xmlns:a="http://schemas.openxmlformats.org/drawingml/2006/main" w="16193">
            <a:solidFill>
              <a:srgbClr val="314130"/>
            </a:solidFill>
          </a:ln>
        </p:spPr>
        <p:txBody>
          <a:bodyPr xmlns:a="http://schemas.openxmlformats.org/drawingml/2006/main" lIns="114300" tIns="114300" rIns="114300" bIns="114300" anchor="ctr"/>
          <a:lstStyle xmlns:a="http://schemas.openxmlformats.org/drawingml/2006/main">
            <a:defPPr algn="ctr">
              <a:defRPr sz="1875">
                <a:solidFill>
                  <a:srgbClr val="F3EEDC"/>
                </a:solidFill>
                <a:latin typeface="Arial"/>
                <a:ea typeface="Arial"/>
                <a:cs typeface="Arial"/>
              </a:defRPr>
            </a:defPPr>
            <a:lvl1pPr algn="ctr">
              <a:defRPr sz="1875">
                <a:solidFill>
                  <a:srgbClr val="F3EEDC"/>
                </a:solidFill>
                <a:latin typeface="Arial"/>
                <a:ea typeface="Arial"/>
                <a:cs typeface="Arial"/>
              </a:defRPr>
            </a:lvl1pPr>
            <a:lvl2pPr algn="ctr">
              <a:defRPr sz="1875">
                <a:solidFill>
                  <a:srgbClr val="F3EEDC"/>
                </a:solidFill>
                <a:latin typeface="Arial"/>
                <a:ea typeface="Arial"/>
                <a:cs typeface="Arial"/>
              </a:defRPr>
            </a:lvl2pPr>
            <a:lvl3pPr algn="ctr">
              <a:defRPr sz="1875">
                <a:solidFill>
                  <a:srgbClr val="F3EEDC"/>
                </a:solidFill>
                <a:latin typeface="Arial"/>
                <a:ea typeface="Arial"/>
                <a:cs typeface="Arial"/>
              </a:defRPr>
            </a:lvl3pPr>
            <a:lvl4pPr algn="ctr">
              <a:defRPr sz="1875">
                <a:solidFill>
                  <a:srgbClr val="F3EEDC"/>
                </a:solidFill>
                <a:latin typeface="Arial"/>
                <a:ea typeface="Arial"/>
                <a:cs typeface="Arial"/>
              </a:defRPr>
            </a:lvl4pPr>
            <a:lvl5pPr algn="ctr">
              <a:defRPr sz="1875">
                <a:solidFill>
                  <a:srgbClr val="F3EEDC"/>
                </a:solidFill>
                <a:latin typeface="Arial"/>
                <a:ea typeface="Arial"/>
                <a:cs typeface="Arial"/>
              </a:defRPr>
            </a:lvl5pPr>
            <a:lvl6pPr algn="ctr">
              <a:defRPr sz="1875">
                <a:solidFill>
                  <a:srgbClr val="F3EEDC"/>
                </a:solidFill>
                <a:latin typeface="Arial"/>
                <a:ea typeface="Arial"/>
                <a:cs typeface="Arial"/>
              </a:defRPr>
            </a:lvl6pPr>
            <a:lvl7pPr algn="ctr">
              <a:defRPr sz="1875">
                <a:solidFill>
                  <a:srgbClr val="F3EEDC"/>
                </a:solidFill>
                <a:latin typeface="Arial"/>
                <a:ea typeface="Arial"/>
                <a:cs typeface="Arial"/>
              </a:defRPr>
            </a:lvl7pPr>
            <a:lvl8pPr algn="ctr">
              <a:defRPr sz="1875">
                <a:solidFill>
                  <a:srgbClr val="F3EEDC"/>
                </a:solidFill>
                <a:latin typeface="Arial"/>
                <a:ea typeface="Arial"/>
                <a:cs typeface="Arial"/>
              </a:defRPr>
            </a:lvl8pPr>
            <a:lvl9pPr algn="ctr">
              <a:defRPr sz="1875">
                <a:solidFill>
                  <a:srgbClr val="F3EEDC"/>
                </a:solidFill>
                <a:latin typeface="Arial"/>
                <a:ea typeface="Arial"/>
                <a:cs typeface="Arial"/>
              </a:defRPr>
            </a:lvl9pPr>
          </a:lstStyle>
          <a:p xmlns:a="http://schemas.openxmlformats.org/drawingml/2006/main">
            <a:pPr algn="ctr">
              <a:defRPr sz="1875">
                <a:solidFill>
                  <a:srgbClr val="F3EEDC"/>
                </a:solidFill>
                <a:latin typeface="Arial"/>
                <a:ea typeface="Arial"/>
                <a:cs typeface="Arial"/>
              </a:defRPr>
            </a:pPr>
            <a:r>
              <a:rPr sz="1875">
                <a:solidFill>
                  <a:srgbClr val="F3EEDC"/>
                </a:solidFill>
                <a:latin typeface="Arial"/>
                <a:ea typeface="Arial"/>
                <a:cs typeface="Arial"/>
              </a:rPr>
              <a:t>Pasarela</a:t>
            </a:r>
          </a:p>
          <a:p xmlns:a="http://schemas.openxmlformats.org/drawingml/2006/main">
            <a:pPr algn="ctr">
              <a:defRPr sz="1875">
                <a:solidFill>
                  <a:srgbClr val="F3EEDC"/>
                </a:solidFill>
                <a:latin typeface="Arial"/>
                <a:ea typeface="Arial"/>
                <a:cs typeface="Arial"/>
              </a:defRPr>
            </a:pPr>
            <a:r>
              <a:rPr sz="1875">
                <a:solidFill>
                  <a:srgbClr val="F3EEDC"/>
                </a:solidFill>
                <a:latin typeface="Arial"/>
                <a:ea typeface="Arial"/>
                <a:cs typeface="Arial"/>
              </a:rPr>
              <a:t>Next.js</a:t>
            </a:r>
          </a:p>
        </p:txBody>
      </p:sp>
      <p:sp>
        <p:nvSpPr>
          <p:cNvPr id="5" name="">
            <a:extLst xmlns:a="http://schemas.openxmlformats.org/drawingml/2006/main">
              <a:ext uri="{FF2B5EF4-FFF2-40B4-BE49-F238E27FC236}">
                <a16:creationId xmlns:a16="http://schemas.microsoft.com/office/drawing/2014/main" id="{EA7BB50C-74E6-4B66-8F06-7B1058764E59}"/>
              </a:ext>
            </a:extLst>
          </p:cNvPr>
          <p:cNvSpPr>
            <a:spLocks xmlns:a="http://schemas.openxmlformats.org/drawingml/2006/main" noGrp="1"/>
          </p:cNvSpPr>
          <p:nvPr/>
        </p:nvSpPr>
        <p:spPr>
          <a:xfrm xmlns:a="http://schemas.openxmlformats.org/drawingml/2006/main">
            <a:off x="9105900" y="2190750"/>
            <a:ext cx="2476500" cy="1000125"/>
          </a:xfrm>
          <a:prstGeom xmlns:a="http://schemas.openxmlformats.org/drawingml/2006/main" prst="rect">
            <a:avLst/>
          </a:prstGeom>
          <a:solidFill xmlns:a="http://schemas.openxmlformats.org/drawingml/2006/main">
            <a:srgbClr val="F3EEDC"/>
          </a:solidFill>
          <a:ln xmlns:a="http://schemas.openxmlformats.org/drawingml/2006/main" w="16193">
            <a:solidFill>
              <a:srgbClr val="314130"/>
            </a:solidFill>
          </a:ln>
        </p:spPr>
        <p:txBody>
          <a:bodyPr xmlns:a="http://schemas.openxmlformats.org/drawingml/2006/main" lIns="114300" tIns="114300" rIns="114300" bIns="114300" anchor="ctr"/>
          <a:lstStyle xmlns:a="http://schemas.openxmlformats.org/drawingml/2006/main">
            <a:defPPr algn="ctr">
              <a:defRPr sz="1875">
                <a:solidFill>
                  <a:srgbClr val="314130"/>
                </a:solidFill>
                <a:latin typeface="Arial"/>
                <a:ea typeface="Arial"/>
                <a:cs typeface="Arial"/>
              </a:defRPr>
            </a:defPPr>
            <a:lvl1pPr algn="ctr">
              <a:defRPr sz="1875">
                <a:solidFill>
                  <a:srgbClr val="314130"/>
                </a:solidFill>
                <a:latin typeface="Arial"/>
                <a:ea typeface="Arial"/>
                <a:cs typeface="Arial"/>
              </a:defRPr>
            </a:lvl1pPr>
            <a:lvl2pPr algn="ctr">
              <a:defRPr sz="1875">
                <a:solidFill>
                  <a:srgbClr val="314130"/>
                </a:solidFill>
                <a:latin typeface="Arial"/>
                <a:ea typeface="Arial"/>
                <a:cs typeface="Arial"/>
              </a:defRPr>
            </a:lvl2pPr>
            <a:lvl3pPr algn="ctr">
              <a:defRPr sz="1875">
                <a:solidFill>
                  <a:srgbClr val="314130"/>
                </a:solidFill>
                <a:latin typeface="Arial"/>
                <a:ea typeface="Arial"/>
                <a:cs typeface="Arial"/>
              </a:defRPr>
            </a:lvl3pPr>
            <a:lvl4pPr algn="ctr">
              <a:defRPr sz="1875">
                <a:solidFill>
                  <a:srgbClr val="314130"/>
                </a:solidFill>
                <a:latin typeface="Arial"/>
                <a:ea typeface="Arial"/>
                <a:cs typeface="Arial"/>
              </a:defRPr>
            </a:lvl4pPr>
            <a:lvl5pPr algn="ctr">
              <a:defRPr sz="1875">
                <a:solidFill>
                  <a:srgbClr val="314130"/>
                </a:solidFill>
                <a:latin typeface="Arial"/>
                <a:ea typeface="Arial"/>
                <a:cs typeface="Arial"/>
              </a:defRPr>
            </a:lvl5pPr>
            <a:lvl6pPr algn="ctr">
              <a:defRPr sz="1875">
                <a:solidFill>
                  <a:srgbClr val="314130"/>
                </a:solidFill>
                <a:latin typeface="Arial"/>
                <a:ea typeface="Arial"/>
                <a:cs typeface="Arial"/>
              </a:defRPr>
            </a:lvl6pPr>
            <a:lvl7pPr algn="ctr">
              <a:defRPr sz="1875">
                <a:solidFill>
                  <a:srgbClr val="314130"/>
                </a:solidFill>
                <a:latin typeface="Arial"/>
                <a:ea typeface="Arial"/>
                <a:cs typeface="Arial"/>
              </a:defRPr>
            </a:lvl7pPr>
            <a:lvl8pPr algn="ctr">
              <a:defRPr sz="1875">
                <a:solidFill>
                  <a:srgbClr val="314130"/>
                </a:solidFill>
                <a:latin typeface="Arial"/>
                <a:ea typeface="Arial"/>
                <a:cs typeface="Arial"/>
              </a:defRPr>
            </a:lvl8pPr>
            <a:lvl9pPr algn="ctr">
              <a:defRPr sz="1875">
                <a:solidFill>
                  <a:srgbClr val="314130"/>
                </a:solidFill>
                <a:latin typeface="Arial"/>
                <a:ea typeface="Arial"/>
                <a:cs typeface="Arial"/>
              </a:defRPr>
            </a:lvl9pPr>
          </a:lstStyle>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Proveedor</a:t>
            </a:r>
          </a:p>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Open Payments</a:t>
            </a:r>
          </a:p>
        </p:txBody>
      </p:sp>
      <p:sp>
        <p:nvSpPr>
          <p:cNvPr id="8" name="">
            <a:extLst xmlns:a="http://schemas.openxmlformats.org/drawingml/2006/main">
              <a:ext uri="{FF2B5EF4-FFF2-40B4-BE49-F238E27FC236}">
                <a16:creationId xmlns:a16="http://schemas.microsoft.com/office/drawing/2014/main" id="{35123BB3-9F4D-4DFD-B478-DFE1368F9A79}"/>
              </a:ext>
            </a:extLst>
          </p:cNvPr>
          <p:cNvSpPr>
            <a:spLocks xmlns:a="http://schemas.openxmlformats.org/drawingml/2006/main" noGrp="1"/>
          </p:cNvSpPr>
          <p:nvPr/>
        </p:nvSpPr>
        <p:spPr>
          <a:xfrm xmlns:a="http://schemas.openxmlformats.org/drawingml/2006/main">
            <a:off x="3067050" y="15811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9B542D"/>
                </a:solidFill>
                <a:latin typeface="Arial"/>
                <a:ea typeface="Arial"/>
                <a:cs typeface="Arial"/>
              </a:defRPr>
            </a:defPPr>
            <a:lvl1pPr>
              <a:defRPr sz="1725" b="1">
                <a:solidFill>
                  <a:srgbClr val="9B542D"/>
                </a:solidFill>
                <a:latin typeface="Arial"/>
                <a:ea typeface="Arial"/>
                <a:cs typeface="Arial"/>
              </a:defRPr>
            </a:lvl1pPr>
            <a:lvl2pPr>
              <a:defRPr sz="1725" b="1">
                <a:solidFill>
                  <a:srgbClr val="9B542D"/>
                </a:solidFill>
                <a:latin typeface="Arial"/>
                <a:ea typeface="Arial"/>
                <a:cs typeface="Arial"/>
              </a:defRPr>
            </a:lvl2pPr>
            <a:lvl3pPr>
              <a:defRPr sz="1725" b="1">
                <a:solidFill>
                  <a:srgbClr val="9B542D"/>
                </a:solidFill>
                <a:latin typeface="Arial"/>
                <a:ea typeface="Arial"/>
                <a:cs typeface="Arial"/>
              </a:defRPr>
            </a:lvl3pPr>
            <a:lvl4pPr>
              <a:defRPr sz="1725" b="1">
                <a:solidFill>
                  <a:srgbClr val="9B542D"/>
                </a:solidFill>
                <a:latin typeface="Arial"/>
                <a:ea typeface="Arial"/>
                <a:cs typeface="Arial"/>
              </a:defRPr>
            </a:lvl4pPr>
            <a:lvl5pPr>
              <a:defRPr sz="1725" b="1">
                <a:solidFill>
                  <a:srgbClr val="9B542D"/>
                </a:solidFill>
                <a:latin typeface="Arial"/>
                <a:ea typeface="Arial"/>
                <a:cs typeface="Arial"/>
              </a:defRPr>
            </a:lvl5pPr>
            <a:lvl6pPr>
              <a:defRPr sz="1725" b="1">
                <a:solidFill>
                  <a:srgbClr val="9B542D"/>
                </a:solidFill>
                <a:latin typeface="Arial"/>
                <a:ea typeface="Arial"/>
                <a:cs typeface="Arial"/>
              </a:defRPr>
            </a:lvl6pPr>
            <a:lvl7pPr>
              <a:defRPr sz="1725" b="1">
                <a:solidFill>
                  <a:srgbClr val="9B542D"/>
                </a:solidFill>
                <a:latin typeface="Arial"/>
                <a:ea typeface="Arial"/>
                <a:cs typeface="Arial"/>
              </a:defRPr>
            </a:lvl7pPr>
            <a:lvl8pPr>
              <a:defRPr sz="1725" b="1">
                <a:solidFill>
                  <a:srgbClr val="9B542D"/>
                </a:solidFill>
                <a:latin typeface="Arial"/>
                <a:ea typeface="Arial"/>
                <a:cs typeface="Arial"/>
              </a:defRPr>
            </a:lvl8pPr>
            <a:lvl9pPr>
              <a:defRPr sz="1725" b="1">
                <a:solidFill>
                  <a:srgbClr val="9B542D"/>
                </a:solidFill>
                <a:latin typeface="Arial"/>
                <a:ea typeface="Arial"/>
                <a:cs typeface="Arial"/>
              </a:defRPr>
            </a:lvl9pPr>
          </a:lstStyle>
          <a:p xmlns:a="http://schemas.openxmlformats.org/drawingml/2006/main">
            <a:pPr>
              <a:defRPr sz="1725" b="1">
                <a:solidFill>
                  <a:srgbClr val="9B542D"/>
                </a:solidFill>
                <a:latin typeface="Arial"/>
                <a:ea typeface="Arial"/>
                <a:cs typeface="Arial"/>
              </a:defRPr>
            </a:pPr>
            <a:r>
              <a:rPr sz="1725" b="1">
                <a:solidFill>
                  <a:srgbClr val="9B542D"/>
                </a:solidFill>
                <a:latin typeface="Arial"/>
                <a:ea typeface="Arial"/>
                <a:cs typeface="Arial"/>
              </a:rPr>
              <a:t>ML-KEM + AES-GCM</a:t>
            </a:r>
          </a:p>
        </p:txBody>
      </p:sp>
      <p:sp>
        <p:nvSpPr>
          <p:cNvPr id="9" name="">
            <a:extLst xmlns:a="http://schemas.openxmlformats.org/drawingml/2006/main">
              <a:ext uri="{FF2B5EF4-FFF2-40B4-BE49-F238E27FC236}">
                <a16:creationId xmlns:a16="http://schemas.microsoft.com/office/drawing/2014/main" id="{CD25700B-BEF2-484A-9EA4-2102A5256F66}"/>
              </a:ext>
            </a:extLst>
          </p:cNvPr>
          <p:cNvSpPr>
            <a:spLocks xmlns:a="http://schemas.openxmlformats.org/drawingml/2006/main" noGrp="1"/>
          </p:cNvSpPr>
          <p:nvPr/>
        </p:nvSpPr>
        <p:spPr>
          <a:xfrm xmlns:a="http://schemas.openxmlformats.org/drawingml/2006/main">
            <a:off x="7753350" y="15811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9B542D"/>
                </a:solidFill>
                <a:latin typeface="Arial"/>
                <a:ea typeface="Arial"/>
                <a:cs typeface="Arial"/>
              </a:defRPr>
            </a:defPPr>
            <a:lvl1pPr>
              <a:defRPr sz="1725" b="1">
                <a:solidFill>
                  <a:srgbClr val="9B542D"/>
                </a:solidFill>
                <a:latin typeface="Arial"/>
                <a:ea typeface="Arial"/>
                <a:cs typeface="Arial"/>
              </a:defRPr>
            </a:lvl1pPr>
            <a:lvl2pPr>
              <a:defRPr sz="1725" b="1">
                <a:solidFill>
                  <a:srgbClr val="9B542D"/>
                </a:solidFill>
                <a:latin typeface="Arial"/>
                <a:ea typeface="Arial"/>
                <a:cs typeface="Arial"/>
              </a:defRPr>
            </a:lvl2pPr>
            <a:lvl3pPr>
              <a:defRPr sz="1725" b="1">
                <a:solidFill>
                  <a:srgbClr val="9B542D"/>
                </a:solidFill>
                <a:latin typeface="Arial"/>
                <a:ea typeface="Arial"/>
                <a:cs typeface="Arial"/>
              </a:defRPr>
            </a:lvl3pPr>
            <a:lvl4pPr>
              <a:defRPr sz="1725" b="1">
                <a:solidFill>
                  <a:srgbClr val="9B542D"/>
                </a:solidFill>
                <a:latin typeface="Arial"/>
                <a:ea typeface="Arial"/>
                <a:cs typeface="Arial"/>
              </a:defRPr>
            </a:lvl4pPr>
            <a:lvl5pPr>
              <a:defRPr sz="1725" b="1">
                <a:solidFill>
                  <a:srgbClr val="9B542D"/>
                </a:solidFill>
                <a:latin typeface="Arial"/>
                <a:ea typeface="Arial"/>
                <a:cs typeface="Arial"/>
              </a:defRPr>
            </a:lvl5pPr>
            <a:lvl6pPr>
              <a:defRPr sz="1725" b="1">
                <a:solidFill>
                  <a:srgbClr val="9B542D"/>
                </a:solidFill>
                <a:latin typeface="Arial"/>
                <a:ea typeface="Arial"/>
                <a:cs typeface="Arial"/>
              </a:defRPr>
            </a:lvl6pPr>
            <a:lvl7pPr>
              <a:defRPr sz="1725" b="1">
                <a:solidFill>
                  <a:srgbClr val="9B542D"/>
                </a:solidFill>
                <a:latin typeface="Arial"/>
                <a:ea typeface="Arial"/>
                <a:cs typeface="Arial"/>
              </a:defRPr>
            </a:lvl7pPr>
            <a:lvl8pPr>
              <a:defRPr sz="1725" b="1">
                <a:solidFill>
                  <a:srgbClr val="9B542D"/>
                </a:solidFill>
                <a:latin typeface="Arial"/>
                <a:ea typeface="Arial"/>
                <a:cs typeface="Arial"/>
              </a:defRPr>
            </a:lvl8pPr>
            <a:lvl9pPr>
              <a:defRPr sz="1725" b="1">
                <a:solidFill>
                  <a:srgbClr val="9B542D"/>
                </a:solidFill>
                <a:latin typeface="Arial"/>
                <a:ea typeface="Arial"/>
                <a:cs typeface="Arial"/>
              </a:defRPr>
            </a:lvl9pPr>
          </a:lstStyle>
          <a:p xmlns:a="http://schemas.openxmlformats.org/drawingml/2006/main">
            <a:pPr>
              <a:defRPr sz="1725" b="1">
                <a:solidFill>
                  <a:srgbClr val="9B542D"/>
                </a:solidFill>
                <a:latin typeface="Arial"/>
                <a:ea typeface="Arial"/>
                <a:cs typeface="Arial"/>
              </a:defRPr>
            </a:pPr>
            <a:r>
              <a:rPr sz="1725" b="1">
                <a:solidFill>
                  <a:srgbClr val="9B542D"/>
                </a:solidFill>
                <a:latin typeface="Arial"/>
                <a:ea typeface="Arial"/>
                <a:cs typeface="Arial"/>
              </a:rPr>
              <a:t>SDK + HTTPS</a:t>
            </a:r>
          </a:p>
        </p:txBody>
      </p:sp>
      <p:sp>
        <p:nvSpPr>
          <p:cNvPr id="10" name="">
            <a:extLst xmlns:a="http://schemas.openxmlformats.org/drawingml/2006/main">
              <a:ext uri="{FF2B5EF4-FFF2-40B4-BE49-F238E27FC236}">
                <a16:creationId xmlns:a16="http://schemas.microsoft.com/office/drawing/2014/main" id="{2C4CDFFF-AA93-4C0D-B0E8-EB1799549D06}"/>
              </a:ext>
            </a:extLst>
          </p:cNvPr>
          <p:cNvSpPr>
            <a:spLocks xmlns:a="http://schemas.openxmlformats.org/drawingml/2006/main" noGrp="1"/>
          </p:cNvSpPr>
          <p:nvPr/>
        </p:nvSpPr>
        <p:spPr>
          <a:xfrm xmlns:a="http://schemas.openxmlformats.org/drawingml/2006/main">
            <a:off x="7381875" y="4429125"/>
            <a:ext cx="4191000" cy="1000125"/>
          </a:xfrm>
          <a:prstGeom xmlns:a="http://schemas.openxmlformats.org/drawingml/2006/main" prst="rect">
            <a:avLst/>
          </a:prstGeom>
          <a:solidFill xmlns:a="http://schemas.openxmlformats.org/drawingml/2006/main">
            <a:srgbClr val="F3EEDC"/>
          </a:solidFill>
          <a:ln xmlns:a="http://schemas.openxmlformats.org/drawingml/2006/main" w="16193">
            <a:solidFill>
              <a:srgbClr val="314130"/>
            </a:solidFill>
          </a:ln>
        </p:spPr>
        <p:txBody>
          <a:bodyPr xmlns:a="http://schemas.openxmlformats.org/drawingml/2006/main" lIns="114300" tIns="114300" rIns="114300" bIns="114300" anchor="ctr"/>
          <a:lstStyle xmlns:a="http://schemas.openxmlformats.org/drawingml/2006/main">
            <a:defPPr algn="ctr">
              <a:defRPr sz="1875">
                <a:solidFill>
                  <a:srgbClr val="314130"/>
                </a:solidFill>
                <a:latin typeface="Arial"/>
                <a:ea typeface="Arial"/>
                <a:cs typeface="Arial"/>
              </a:defRPr>
            </a:defPPr>
            <a:lvl1pPr algn="ctr">
              <a:defRPr sz="1875">
                <a:solidFill>
                  <a:srgbClr val="314130"/>
                </a:solidFill>
                <a:latin typeface="Arial"/>
                <a:ea typeface="Arial"/>
                <a:cs typeface="Arial"/>
              </a:defRPr>
            </a:lvl1pPr>
            <a:lvl2pPr algn="ctr">
              <a:defRPr sz="1875">
                <a:solidFill>
                  <a:srgbClr val="314130"/>
                </a:solidFill>
                <a:latin typeface="Arial"/>
                <a:ea typeface="Arial"/>
                <a:cs typeface="Arial"/>
              </a:defRPr>
            </a:lvl2pPr>
            <a:lvl3pPr algn="ctr">
              <a:defRPr sz="1875">
                <a:solidFill>
                  <a:srgbClr val="314130"/>
                </a:solidFill>
                <a:latin typeface="Arial"/>
                <a:ea typeface="Arial"/>
                <a:cs typeface="Arial"/>
              </a:defRPr>
            </a:lvl3pPr>
            <a:lvl4pPr algn="ctr">
              <a:defRPr sz="1875">
                <a:solidFill>
                  <a:srgbClr val="314130"/>
                </a:solidFill>
                <a:latin typeface="Arial"/>
                <a:ea typeface="Arial"/>
                <a:cs typeface="Arial"/>
              </a:defRPr>
            </a:lvl4pPr>
            <a:lvl5pPr algn="ctr">
              <a:defRPr sz="1875">
                <a:solidFill>
                  <a:srgbClr val="314130"/>
                </a:solidFill>
                <a:latin typeface="Arial"/>
                <a:ea typeface="Arial"/>
                <a:cs typeface="Arial"/>
              </a:defRPr>
            </a:lvl5pPr>
            <a:lvl6pPr algn="ctr">
              <a:defRPr sz="1875">
                <a:solidFill>
                  <a:srgbClr val="314130"/>
                </a:solidFill>
                <a:latin typeface="Arial"/>
                <a:ea typeface="Arial"/>
                <a:cs typeface="Arial"/>
              </a:defRPr>
            </a:lvl6pPr>
            <a:lvl7pPr algn="ctr">
              <a:defRPr sz="1875">
                <a:solidFill>
                  <a:srgbClr val="314130"/>
                </a:solidFill>
                <a:latin typeface="Arial"/>
                <a:ea typeface="Arial"/>
                <a:cs typeface="Arial"/>
              </a:defRPr>
            </a:lvl7pPr>
            <a:lvl8pPr algn="ctr">
              <a:defRPr sz="1875">
                <a:solidFill>
                  <a:srgbClr val="314130"/>
                </a:solidFill>
                <a:latin typeface="Arial"/>
                <a:ea typeface="Arial"/>
                <a:cs typeface="Arial"/>
              </a:defRPr>
            </a:lvl8pPr>
            <a:lvl9pPr algn="ctr">
              <a:defRPr sz="1875">
                <a:solidFill>
                  <a:srgbClr val="314130"/>
                </a:solidFill>
                <a:latin typeface="Arial"/>
                <a:ea typeface="Arial"/>
                <a:cs typeface="Arial"/>
              </a:defRPr>
            </a:lvl9pPr>
          </a:lstStyle>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Wallet del pagador</a:t>
            </a:r>
          </a:p>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Consentimiento GNAP</a:t>
            </a:r>
          </a:p>
        </p:txBody>
      </p:sp>
      <p:sp>
        <p:nvSpPr>
          <p:cNvPr id="12" name="">
            <a:extLst xmlns:a="http://schemas.openxmlformats.org/drawingml/2006/main">
              <a:ext uri="{FF2B5EF4-FFF2-40B4-BE49-F238E27FC236}">
                <a16:creationId xmlns:a16="http://schemas.microsoft.com/office/drawing/2014/main" id="{25D03209-C7CD-4A23-855B-2C6BD59777AC}"/>
              </a:ext>
            </a:extLst>
          </p:cNvPr>
          <p:cNvSpPr>
            <a:spLocks xmlns:a="http://schemas.openxmlformats.org/drawingml/2006/main" noGrp="1"/>
          </p:cNvSpPr>
          <p:nvPr/>
        </p:nvSpPr>
        <p:spPr>
          <a:xfrm xmlns:a="http://schemas.openxmlformats.org/drawingml/2006/main">
            <a:off x="609600" y="3714750"/>
            <a:ext cx="657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314130"/>
                </a:solidFill>
                <a:latin typeface="Arial"/>
                <a:ea typeface="Arial"/>
                <a:cs typeface="Arial"/>
              </a:defRPr>
            </a:defPPr>
            <a:lvl1pPr>
              <a:defRPr sz="2025" b="1">
                <a:solidFill>
                  <a:srgbClr val="314130"/>
                </a:solidFill>
                <a:latin typeface="Arial"/>
                <a:ea typeface="Arial"/>
                <a:cs typeface="Arial"/>
              </a:defRPr>
            </a:lvl1pPr>
            <a:lvl2pPr>
              <a:defRPr sz="2025" b="1">
                <a:solidFill>
                  <a:srgbClr val="314130"/>
                </a:solidFill>
                <a:latin typeface="Arial"/>
                <a:ea typeface="Arial"/>
                <a:cs typeface="Arial"/>
              </a:defRPr>
            </a:lvl2pPr>
            <a:lvl3pPr>
              <a:defRPr sz="2025" b="1">
                <a:solidFill>
                  <a:srgbClr val="314130"/>
                </a:solidFill>
                <a:latin typeface="Arial"/>
                <a:ea typeface="Arial"/>
                <a:cs typeface="Arial"/>
              </a:defRPr>
            </a:lvl3pPr>
            <a:lvl4pPr>
              <a:defRPr sz="2025" b="1">
                <a:solidFill>
                  <a:srgbClr val="314130"/>
                </a:solidFill>
                <a:latin typeface="Arial"/>
                <a:ea typeface="Arial"/>
                <a:cs typeface="Arial"/>
              </a:defRPr>
            </a:lvl4pPr>
            <a:lvl5pPr>
              <a:defRPr sz="2025" b="1">
                <a:solidFill>
                  <a:srgbClr val="314130"/>
                </a:solidFill>
                <a:latin typeface="Arial"/>
                <a:ea typeface="Arial"/>
                <a:cs typeface="Arial"/>
              </a:defRPr>
            </a:lvl5pPr>
            <a:lvl6pPr>
              <a:defRPr sz="2025" b="1">
                <a:solidFill>
                  <a:srgbClr val="314130"/>
                </a:solidFill>
                <a:latin typeface="Arial"/>
                <a:ea typeface="Arial"/>
                <a:cs typeface="Arial"/>
              </a:defRPr>
            </a:lvl6pPr>
            <a:lvl7pPr>
              <a:defRPr sz="2025" b="1">
                <a:solidFill>
                  <a:srgbClr val="314130"/>
                </a:solidFill>
                <a:latin typeface="Arial"/>
                <a:ea typeface="Arial"/>
                <a:cs typeface="Arial"/>
              </a:defRPr>
            </a:lvl7pPr>
            <a:lvl8pPr>
              <a:defRPr sz="2025" b="1">
                <a:solidFill>
                  <a:srgbClr val="314130"/>
                </a:solidFill>
                <a:latin typeface="Arial"/>
                <a:ea typeface="Arial"/>
                <a:cs typeface="Arial"/>
              </a:defRPr>
            </a:lvl8pPr>
            <a:lvl9pPr>
              <a:defRPr sz="2025" b="1">
                <a:solidFill>
                  <a:srgbClr val="314130"/>
                </a:solidFill>
                <a:latin typeface="Arial"/>
                <a:ea typeface="Arial"/>
                <a:cs typeface="Arial"/>
              </a:defRPr>
            </a:lvl9pPr>
          </a:lstStyle>
          <a:p xmlns:a="http://schemas.openxmlformats.org/drawingml/2006/main">
            <a:pPr>
              <a:defRPr sz="2025" b="1">
                <a:solidFill>
                  <a:srgbClr val="314130"/>
                </a:solidFill>
                <a:latin typeface="Arial"/>
                <a:ea typeface="Arial"/>
                <a:cs typeface="Arial"/>
              </a:defRPr>
            </a:pPr>
            <a:r>
              <a:rPr sz="2025" b="1">
                <a:solidFill>
                  <a:srgbClr val="314130"/>
                </a:solidFill>
                <a:latin typeface="Arial"/>
                <a:ea typeface="Arial"/>
                <a:cs typeface="Arial"/>
              </a:rPr>
              <a:t>Recibos con Ed25519 + ML-DSA-65</a:t>
            </a:r>
          </a:p>
        </p:txBody>
      </p:sp>
      <p:sp>
        <p:nvSpPr>
          <p:cNvPr id="13" name="">
            <a:extLst xmlns:a="http://schemas.openxmlformats.org/drawingml/2006/main">
              <a:ext uri="{FF2B5EF4-FFF2-40B4-BE49-F238E27FC236}">
                <a16:creationId xmlns:a16="http://schemas.microsoft.com/office/drawing/2014/main" id="{5C8130CF-ADDB-4362-9589-D3919D463E6F}"/>
              </a:ext>
            </a:extLst>
          </p:cNvPr>
          <p:cNvSpPr>
            <a:spLocks xmlns:a="http://schemas.openxmlformats.org/drawingml/2006/main" noGrp="1"/>
          </p:cNvSpPr>
          <p:nvPr/>
        </p:nvSpPr>
        <p:spPr>
          <a:xfrm xmlns:a="http://schemas.openxmlformats.org/drawingml/2006/main">
            <a:off x="609600" y="4762500"/>
            <a:ext cx="609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86554"/>
                </a:solidFill>
                <a:latin typeface="Arial"/>
                <a:ea typeface="Arial"/>
                <a:cs typeface="Arial"/>
              </a:defRPr>
            </a:defPPr>
            <a:lvl1pPr>
              <a:defRPr sz="2025" b="0">
                <a:solidFill>
                  <a:srgbClr val="586554"/>
                </a:solidFill>
                <a:latin typeface="Arial"/>
                <a:ea typeface="Arial"/>
                <a:cs typeface="Arial"/>
              </a:defRPr>
            </a:lvl1pPr>
            <a:lvl2pPr>
              <a:defRPr sz="2025" b="0">
                <a:solidFill>
                  <a:srgbClr val="586554"/>
                </a:solidFill>
                <a:latin typeface="Arial"/>
                <a:ea typeface="Arial"/>
                <a:cs typeface="Arial"/>
              </a:defRPr>
            </a:lvl2pPr>
            <a:lvl3pPr>
              <a:defRPr sz="2025" b="0">
                <a:solidFill>
                  <a:srgbClr val="586554"/>
                </a:solidFill>
                <a:latin typeface="Arial"/>
                <a:ea typeface="Arial"/>
                <a:cs typeface="Arial"/>
              </a:defRPr>
            </a:lvl3pPr>
            <a:lvl4pPr>
              <a:defRPr sz="2025" b="0">
                <a:solidFill>
                  <a:srgbClr val="586554"/>
                </a:solidFill>
                <a:latin typeface="Arial"/>
                <a:ea typeface="Arial"/>
                <a:cs typeface="Arial"/>
              </a:defRPr>
            </a:lvl4pPr>
            <a:lvl5pPr>
              <a:defRPr sz="2025" b="0">
                <a:solidFill>
                  <a:srgbClr val="586554"/>
                </a:solidFill>
                <a:latin typeface="Arial"/>
                <a:ea typeface="Arial"/>
                <a:cs typeface="Arial"/>
              </a:defRPr>
            </a:lvl5pPr>
            <a:lvl6pPr>
              <a:defRPr sz="2025" b="0">
                <a:solidFill>
                  <a:srgbClr val="586554"/>
                </a:solidFill>
                <a:latin typeface="Arial"/>
                <a:ea typeface="Arial"/>
                <a:cs typeface="Arial"/>
              </a:defRPr>
            </a:lvl6pPr>
            <a:lvl7pPr>
              <a:defRPr sz="2025" b="0">
                <a:solidFill>
                  <a:srgbClr val="586554"/>
                </a:solidFill>
                <a:latin typeface="Arial"/>
                <a:ea typeface="Arial"/>
                <a:cs typeface="Arial"/>
              </a:defRPr>
            </a:lvl7pPr>
            <a:lvl8pPr>
              <a:defRPr sz="2025" b="0">
                <a:solidFill>
                  <a:srgbClr val="586554"/>
                </a:solidFill>
                <a:latin typeface="Arial"/>
                <a:ea typeface="Arial"/>
                <a:cs typeface="Arial"/>
              </a:defRPr>
            </a:lvl8pPr>
            <a:lvl9pPr>
              <a:defRPr sz="2025" b="0">
                <a:solidFill>
                  <a:srgbClr val="586554"/>
                </a:solidFill>
                <a:latin typeface="Arial"/>
                <a:ea typeface="Arial"/>
                <a:cs typeface="Arial"/>
              </a:defRPr>
            </a:lvl9pPr>
          </a:lstStyle>
          <a:p xmlns:a="http://schemas.openxmlformats.org/drawingml/2006/main">
            <a:pPr>
              <a:defRPr sz="2025" b="0">
                <a:solidFill>
                  <a:srgbClr val="586554"/>
                </a:solidFill>
                <a:latin typeface="Arial"/>
                <a:ea typeface="Arial"/>
                <a:cs typeface="Arial"/>
              </a:defRPr>
            </a:pPr>
            <a:r>
              <a:rPr sz="2025" b="0">
                <a:solidFill>
                  <a:srgbClr val="586554"/>
                </a:solidFill>
                <a:latin typeface="Arial"/>
                <a:ea typeface="Arial"/>
                <a:cs typeface="Arial"/>
              </a:rPr>
              <a:t>La autorización y la protección</a:t>
            </a:r>
          </a:p>
          <a:p xmlns:a="http://schemas.openxmlformats.org/drawingml/2006/main">
            <a:pPr>
              <a:defRPr sz="2025" b="0">
                <a:solidFill>
                  <a:srgbClr val="586554"/>
                </a:solidFill>
                <a:latin typeface="Arial"/>
                <a:ea typeface="Arial"/>
                <a:cs typeface="Arial"/>
              </a:defRPr>
            </a:pPr>
            <a:r>
              <a:rPr sz="2025" b="0">
                <a:solidFill>
                  <a:srgbClr val="586554"/>
                </a:solidFill>
                <a:latin typeface="Arial"/>
                <a:ea typeface="Arial"/>
                <a:cs typeface="Arial"/>
              </a:rPr>
              <a:t>criptográfica cumplen funciones distintas.</a:t>
            </a:r>
          </a:p>
        </p:txBody>
      </p:sp>
    </p:spTree>
    <p:extLst>
      <p:ext uri="{BB962C8B-B14F-4D97-AF65-F5344CB8AC3E}">
        <p14:creationId xmlns:p14="http://schemas.microsoft.com/office/powerpoint/2010/main" val="1513416177"/>
      </p:ext>
    </p:extLst>
  </p:cSld>
</p:sld>
</file>

<file path=ppt/slides/slide4.xml><?xml version="1.0" encoding="utf-8"?>
<p:sld xmlns:p="http://schemas.openxmlformats.org/presentationml/2006/main">
  <p:cSld>
    <p:bg>
      <p:bgPr>
        <a:solidFill xmlns:a="http://schemas.openxmlformats.org/drawingml/2006/main">
          <a:srgbClr val="F3EED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51861D5-D4D4-4C68-BD3E-A786D4C84F02}"/>
              </a:ext>
            </a:extLst>
          </p:cNvPr>
          <p:cNvSpPr>
            <a:spLocks xmlns:a="http://schemas.openxmlformats.org/drawingml/2006/main" noGrp="1"/>
          </p:cNvSpPr>
          <p:nvPr/>
        </p:nvSpPr>
        <p:spPr>
          <a:xfrm xmlns:a="http://schemas.openxmlformats.org/drawingml/2006/main">
            <a:off x="609600" y="4762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0">
                <a:solidFill>
                  <a:srgbClr val="314130"/>
                </a:solidFill>
                <a:latin typeface="Georgia"/>
                <a:ea typeface="Georgia"/>
                <a:cs typeface="Georgia"/>
              </a:defRPr>
            </a:defPPr>
            <a:lvl1pPr>
              <a:defRPr sz="3300" b="0">
                <a:solidFill>
                  <a:srgbClr val="314130"/>
                </a:solidFill>
                <a:latin typeface="Georgia"/>
                <a:ea typeface="Georgia"/>
                <a:cs typeface="Georgia"/>
              </a:defRPr>
            </a:lvl1pPr>
            <a:lvl2pPr>
              <a:defRPr sz="3300" b="0">
                <a:solidFill>
                  <a:srgbClr val="314130"/>
                </a:solidFill>
                <a:latin typeface="Georgia"/>
                <a:ea typeface="Georgia"/>
                <a:cs typeface="Georgia"/>
              </a:defRPr>
            </a:lvl2pPr>
            <a:lvl3pPr>
              <a:defRPr sz="3300" b="0">
                <a:solidFill>
                  <a:srgbClr val="314130"/>
                </a:solidFill>
                <a:latin typeface="Georgia"/>
                <a:ea typeface="Georgia"/>
                <a:cs typeface="Georgia"/>
              </a:defRPr>
            </a:lvl3pPr>
            <a:lvl4pPr>
              <a:defRPr sz="3300" b="0">
                <a:solidFill>
                  <a:srgbClr val="314130"/>
                </a:solidFill>
                <a:latin typeface="Georgia"/>
                <a:ea typeface="Georgia"/>
                <a:cs typeface="Georgia"/>
              </a:defRPr>
            </a:lvl4pPr>
            <a:lvl5pPr>
              <a:defRPr sz="3300" b="0">
                <a:solidFill>
                  <a:srgbClr val="314130"/>
                </a:solidFill>
                <a:latin typeface="Georgia"/>
                <a:ea typeface="Georgia"/>
                <a:cs typeface="Georgia"/>
              </a:defRPr>
            </a:lvl5pPr>
            <a:lvl6pPr>
              <a:defRPr sz="3300" b="0">
                <a:solidFill>
                  <a:srgbClr val="314130"/>
                </a:solidFill>
                <a:latin typeface="Georgia"/>
                <a:ea typeface="Georgia"/>
                <a:cs typeface="Georgia"/>
              </a:defRPr>
            </a:lvl6pPr>
            <a:lvl7pPr>
              <a:defRPr sz="3300" b="0">
                <a:solidFill>
                  <a:srgbClr val="314130"/>
                </a:solidFill>
                <a:latin typeface="Georgia"/>
                <a:ea typeface="Georgia"/>
                <a:cs typeface="Georgia"/>
              </a:defRPr>
            </a:lvl7pPr>
            <a:lvl8pPr>
              <a:defRPr sz="3300" b="0">
                <a:solidFill>
                  <a:srgbClr val="314130"/>
                </a:solidFill>
                <a:latin typeface="Georgia"/>
                <a:ea typeface="Georgia"/>
                <a:cs typeface="Georgia"/>
              </a:defRPr>
            </a:lvl8pPr>
            <a:lvl9pPr>
              <a:defRPr sz="3300" b="0">
                <a:solidFill>
                  <a:srgbClr val="314130"/>
                </a:solidFill>
                <a:latin typeface="Georgia"/>
                <a:ea typeface="Georgia"/>
                <a:cs typeface="Georgia"/>
              </a:defRPr>
            </a:lvl9pPr>
          </a:lstStyle>
          <a:p xmlns:a="http://schemas.openxmlformats.org/drawingml/2006/main">
            <a:pPr>
              <a:defRPr sz="3300" b="0">
                <a:solidFill>
                  <a:srgbClr val="314130"/>
                </a:solidFill>
                <a:latin typeface="Georgia"/>
                <a:ea typeface="Georgia"/>
                <a:cs typeface="Georgia"/>
              </a:defRPr>
            </a:pPr>
            <a:r>
              <a:rPr sz="3300" b="0">
                <a:solidFill>
                  <a:srgbClr val="314130"/>
                </a:solidFill>
                <a:latin typeface="Georgia"/>
                <a:ea typeface="Georgia"/>
                <a:cs typeface="Georgia"/>
              </a:rPr>
              <a:t>Nueve riesgos orientan el diseño</a:t>
            </a:r>
          </a:p>
        </p:txBody>
      </p:sp>
      <p:sp>
        <p:nvSpPr>
          <p:cNvPr id="2" name="">
            <a:extLst xmlns:a="http://schemas.openxmlformats.org/drawingml/2006/main">
              <a:ext uri="{FF2B5EF4-FFF2-40B4-BE49-F238E27FC236}">
                <a16:creationId xmlns:a16="http://schemas.microsoft.com/office/drawing/2014/main" id="{1153389C-070E-405E-8238-52124B6CC8EA}"/>
              </a:ext>
            </a:extLst>
          </p:cNvPr>
          <p:cNvSpPr>
            <a:spLocks xmlns:a="http://schemas.openxmlformats.org/drawingml/2006/main" noGrp="1"/>
          </p:cNvSpPr>
          <p:nvPr/>
        </p:nvSpPr>
        <p:spPr>
          <a:xfrm xmlns:a="http://schemas.openxmlformats.org/drawingml/2006/main">
            <a:off x="609600" y="641985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86554"/>
                </a:solidFill>
                <a:latin typeface="Arial"/>
                <a:ea typeface="Arial"/>
                <a:cs typeface="Arial"/>
              </a:defRPr>
            </a:defPPr>
            <a:lvl1pPr>
              <a:defRPr sz="1200" b="0">
                <a:solidFill>
                  <a:srgbClr val="586554"/>
                </a:solidFill>
                <a:latin typeface="Arial"/>
                <a:ea typeface="Arial"/>
                <a:cs typeface="Arial"/>
              </a:defRPr>
            </a:lvl1pPr>
            <a:lvl2pPr>
              <a:defRPr sz="1200" b="0">
                <a:solidFill>
                  <a:srgbClr val="586554"/>
                </a:solidFill>
                <a:latin typeface="Arial"/>
                <a:ea typeface="Arial"/>
                <a:cs typeface="Arial"/>
              </a:defRPr>
            </a:lvl2pPr>
            <a:lvl3pPr>
              <a:defRPr sz="1200" b="0">
                <a:solidFill>
                  <a:srgbClr val="586554"/>
                </a:solidFill>
                <a:latin typeface="Arial"/>
                <a:ea typeface="Arial"/>
                <a:cs typeface="Arial"/>
              </a:defRPr>
            </a:lvl3pPr>
            <a:lvl4pPr>
              <a:defRPr sz="1200" b="0">
                <a:solidFill>
                  <a:srgbClr val="586554"/>
                </a:solidFill>
                <a:latin typeface="Arial"/>
                <a:ea typeface="Arial"/>
                <a:cs typeface="Arial"/>
              </a:defRPr>
            </a:lvl4pPr>
            <a:lvl5pPr>
              <a:defRPr sz="1200" b="0">
                <a:solidFill>
                  <a:srgbClr val="586554"/>
                </a:solidFill>
                <a:latin typeface="Arial"/>
                <a:ea typeface="Arial"/>
                <a:cs typeface="Arial"/>
              </a:defRPr>
            </a:lvl5pPr>
            <a:lvl6pPr>
              <a:defRPr sz="1200" b="0">
                <a:solidFill>
                  <a:srgbClr val="586554"/>
                </a:solidFill>
                <a:latin typeface="Arial"/>
                <a:ea typeface="Arial"/>
                <a:cs typeface="Arial"/>
              </a:defRPr>
            </a:lvl6pPr>
            <a:lvl7pPr>
              <a:defRPr sz="1200" b="0">
                <a:solidFill>
                  <a:srgbClr val="586554"/>
                </a:solidFill>
                <a:latin typeface="Arial"/>
                <a:ea typeface="Arial"/>
                <a:cs typeface="Arial"/>
              </a:defRPr>
            </a:lvl7pPr>
            <a:lvl8pPr>
              <a:defRPr sz="1200" b="0">
                <a:solidFill>
                  <a:srgbClr val="586554"/>
                </a:solidFill>
                <a:latin typeface="Arial"/>
                <a:ea typeface="Arial"/>
                <a:cs typeface="Arial"/>
              </a:defRPr>
            </a:lvl8pPr>
            <a:lvl9pPr>
              <a:defRPr sz="1200" b="0">
                <a:solidFill>
                  <a:srgbClr val="586554"/>
                </a:solidFill>
                <a:latin typeface="Arial"/>
                <a:ea typeface="Arial"/>
                <a:cs typeface="Arial"/>
              </a:defRPr>
            </a:lvl9pPr>
          </a:lstStyle>
          <a:p xmlns:a="http://schemas.openxmlformats.org/drawingml/2006/main">
            <a:pPr>
              <a:defRPr sz="1200" b="0">
                <a:solidFill>
                  <a:srgbClr val="586554"/>
                </a:solidFill>
                <a:latin typeface="Arial"/>
                <a:ea typeface="Arial"/>
                <a:cs typeface="Arial"/>
              </a:defRPr>
            </a:pPr>
            <a:r>
              <a:rPr sz="1200" b="0">
                <a:solidFill>
                  <a:srgbClr val="586554"/>
                </a:solidFill>
                <a:latin typeface="Arial"/>
                <a:ea typeface="Arial"/>
                <a:cs typeface="Arial"/>
              </a:rPr>
              <a:t>04  TerraCierta · Onyx</a:t>
            </a:r>
          </a:p>
        </p:txBody>
      </p:sp>
      <p:graphicFrame>
        <p:nvGraphicFramePr>
          <p:cNvPr id="3" name="">
            <a:extLst xmlns:a="http://schemas.openxmlformats.org/drawingml/2006/main">
              <a:ext uri="{FF2B5EF4-FFF2-40B4-BE49-F238E27FC236}">
                <a16:creationId xmlns:a16="http://schemas.microsoft.com/office/drawing/2014/main" id="{221CA525-5902-4B80-B95A-8B10394343BB}"/>
              </a:ext>
            </a:extLst>
          </p:cNvPr>
          <p:cNvGraphicFramePr/>
          <p:nvPr/>
        </p:nvGraphicFramePr>
        <p:xfrm>
          <a:off xmlns:a="http://schemas.openxmlformats.org/drawingml/2006/main" x="609600" y="1524000"/>
          <a:ext xmlns:a="http://schemas.openxmlformats.org/drawingml/2006/main" cx="10972800" cy="4572000"/>
        </p:xfrm>
        <a:graphic xmlns:a="http://schemas.openxmlformats.org/drawingml/2006/main">
          <a:graphicData uri="http://schemas.openxmlformats.org/drawingml/2006/table">
            <a:tbl>
              <a:tblPr/>
              <a:tblGrid>
                <a:gridCol w="3143250"/>
                <a:gridCol w="4191000"/>
                <a:gridCol w="3638550"/>
              </a:tblGrid>
              <a:tr h="457200">
                <a:tc>
                  <a:txBody>
                    <a:bodyPr lIns="95250" tIns="95250" rIns="95250" bIns="95250"/>
                    <a:lstStyle/>
                    <a:p>
                      <a:r>
                        <a:rPr sz="1575" b="1">
                          <a:solidFill>
                            <a:srgbClr val="F3EEDC"/>
                          </a:solidFill>
                          <a:latin typeface="Arial"/>
                          <a:ea typeface="Arial"/>
                          <a:cs typeface="Arial"/>
                        </a:rPr>
                        <a:t>Riesgo</a:t>
                      </a:r>
                    </a:p>
                  </a:txBody>
                  <a:tcPr marL="76200" marR="76200" marT="38100" marB="38100" anchor="ctr">
                    <a:lnL w="6191">
                      <a:solidFill>
                        <a:srgbClr val="CBBF9F"/>
                      </a:solidFill>
                      <a:prstDash val="solid"/>
                    </a:lnL>
                    <a:lnR w="6191">
                      <a:solidFill>
                        <a:srgbClr val="CBBF9F"/>
                      </a:solidFill>
                      <a:prstDash val="solid"/>
                    </a:lnR>
                    <a:lnT w="6191">
                      <a:solidFill>
                        <a:srgbClr val="CBBF9F"/>
                      </a:solidFill>
                      <a:prstDash val="solid"/>
                    </a:lnT>
                    <a:lnB w="6191">
                      <a:solidFill>
                        <a:srgbClr val="CBBF9F"/>
                      </a:solidFill>
                      <a:prstDash val="solid"/>
                    </a:lnB>
                    <a:solidFill>
                      <a:srgbClr val="314130"/>
                    </a:solidFill>
                  </a:tcPr>
                </a:tc>
                <a:tc>
                  <a:txBody>
                    <a:bodyPr lIns="95250" tIns="95250" rIns="95250" bIns="95250"/>
                    <a:lstStyle/>
                    <a:p>
                      <a:r>
                        <a:rPr sz="1575" b="1">
                          <a:solidFill>
                            <a:srgbClr val="F3EEDC"/>
                          </a:solidFill>
                          <a:latin typeface="Arial"/>
                          <a:ea typeface="Arial"/>
                          <a:cs typeface="Arial"/>
                        </a:rPr>
                        <a:t>Control o respuesta</a:t>
                      </a:r>
                    </a:p>
                  </a:txBody>
                  <a:tcPr marL="76200" marR="76200" marT="38100" marB="38100" anchor="ctr">
                    <a:lnR w="6191">
                      <a:solidFill>
                        <a:srgbClr val="CBBF9F"/>
                      </a:solidFill>
                      <a:prstDash val="solid"/>
                    </a:lnR>
                    <a:lnT w="6191">
                      <a:solidFill>
                        <a:srgbClr val="CBBF9F"/>
                      </a:solidFill>
                      <a:prstDash val="solid"/>
                    </a:lnT>
                    <a:lnB w="6191">
                      <a:solidFill>
                        <a:srgbClr val="CBBF9F"/>
                      </a:solidFill>
                      <a:prstDash val="solid"/>
                    </a:lnB>
                    <a:solidFill>
                      <a:srgbClr val="314130"/>
                    </a:solidFill>
                  </a:tcPr>
                </a:tc>
                <a:tc>
                  <a:txBody>
                    <a:bodyPr lIns="95250" tIns="95250" rIns="95250" bIns="95250"/>
                    <a:lstStyle/>
                    <a:p>
                      <a:r>
                        <a:rPr sz="1575" b="1">
                          <a:solidFill>
                            <a:srgbClr val="F3EEDC"/>
                          </a:solidFill>
                          <a:latin typeface="Arial"/>
                          <a:ea typeface="Arial"/>
                          <a:cs typeface="Arial"/>
                        </a:rPr>
                        <a:t>Estado del prototipo</a:t>
                      </a:r>
                    </a:p>
                  </a:txBody>
                  <a:tcPr marL="76200" marR="76200" marT="38100" marB="38100" anchor="ctr">
                    <a:lnR w="6191">
                      <a:solidFill>
                        <a:srgbClr val="CBBF9F"/>
                      </a:solidFill>
                      <a:prstDash val="solid"/>
                    </a:lnR>
                    <a:lnT w="6191">
                      <a:solidFill>
                        <a:srgbClr val="CBBF9F"/>
                      </a:solidFill>
                      <a:prstDash val="solid"/>
                    </a:lnT>
                    <a:lnB w="6191">
                      <a:solidFill>
                        <a:srgbClr val="CBBF9F"/>
                      </a:solidFill>
                      <a:prstDash val="solid"/>
                    </a:lnB>
                    <a:solidFill>
                      <a:srgbClr val="314130"/>
                    </a:solidFill>
                  </a:tcPr>
                </a:tc>
              </a:tr>
              <a:tr h="457200">
                <a:tc>
                  <a:txBody>
                    <a:bodyPr lIns="95250" tIns="95250" rIns="95250" bIns="95250"/>
                    <a:lstStyle/>
                    <a:p>
                      <a:r>
                        <a:rPr sz="1575" b="0">
                          <a:solidFill>
                            <a:srgbClr val="263326"/>
                          </a:solidFill>
                          <a:latin typeface="Arial"/>
                          <a:ea typeface="Arial"/>
                          <a:cs typeface="Arial"/>
                        </a:rPr>
                        <a:t>R01 · Autoridad de claves</a:t>
                      </a:r>
                    </a:p>
                  </a:txBody>
                  <a:tcPr marL="76200" marR="76200" marT="38100" marB="38100" anchor="ctr">
                    <a:lnL w="6191">
                      <a:solidFill>
                        <a:srgbClr val="CBBF9F"/>
                      </a:solidFill>
                      <a:prstDash val="solid"/>
                    </a:lnL>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Separación de secretos y ejecución</a:t>
                      </a:r>
                    </a:p>
                  </a:txBody>
                  <a:tcPr marL="76200" marR="76200" marT="38100" marB="38100" anchor="ctr">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Pendiente en infraestructura</a:t>
                      </a:r>
                    </a:p>
                  </a:txBody>
                  <a:tcPr marL="76200" marR="76200" marT="38100" marB="38100" anchor="ctr">
                    <a:lnR w="6191">
                      <a:solidFill>
                        <a:srgbClr val="CBBF9F"/>
                      </a:solidFill>
                      <a:prstDash val="solid"/>
                    </a:lnR>
                    <a:lnB w="6191">
                      <a:solidFill>
                        <a:srgbClr val="CBBF9F"/>
                      </a:solidFill>
                      <a:prstDash val="solid"/>
                    </a:lnB>
                    <a:solidFill>
                      <a:srgbClr val="F3EEDC"/>
                    </a:solidFill>
                  </a:tcPr>
                </a:tc>
              </a:tr>
              <a:tr h="457200">
                <a:tc>
                  <a:txBody>
                    <a:bodyPr lIns="95250" tIns="95250" rIns="95250" bIns="95250"/>
                    <a:lstStyle/>
                    <a:p>
                      <a:r>
                        <a:rPr sz="1575" b="0">
                          <a:solidFill>
                            <a:srgbClr val="263326"/>
                          </a:solidFill>
                          <a:latin typeface="Arial"/>
                          <a:ea typeface="Arial"/>
                          <a:cs typeface="Arial"/>
                        </a:rPr>
                        <a:t>R02 · Cobro incierto</a:t>
                      </a:r>
                    </a:p>
                  </a:txBody>
                  <a:tcPr marL="76200" marR="76200" marT="38100" marB="38100" anchor="ctr">
                    <a:lnL w="6191">
                      <a:solidFill>
                        <a:srgbClr val="CBBF9F"/>
                      </a:solidFill>
                      <a:prstDash val="solid"/>
                    </a:lnL>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Bloqueo de reenvío y consulta</a:t>
                      </a:r>
                    </a:p>
                  </a:txBody>
                  <a:tcPr marL="76200" marR="76200" marT="38100" marB="38100" anchor="ctr">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Parcial, estado aún en memoria</a:t>
                      </a:r>
                    </a:p>
                  </a:txBody>
                  <a:tcPr marL="76200" marR="76200" marT="38100" marB="38100" anchor="ctr">
                    <a:lnR w="6191">
                      <a:solidFill>
                        <a:srgbClr val="CBBF9F"/>
                      </a:solidFill>
                      <a:prstDash val="solid"/>
                    </a:lnR>
                    <a:lnB w="6191">
                      <a:solidFill>
                        <a:srgbClr val="CBBF9F"/>
                      </a:solidFill>
                      <a:prstDash val="solid"/>
                    </a:lnB>
                    <a:solidFill>
                      <a:srgbClr val="F3EEDC"/>
                    </a:solidFill>
                  </a:tcPr>
                </a:tc>
              </a:tr>
              <a:tr h="457200">
                <a:tc>
                  <a:txBody>
                    <a:bodyPr lIns="95250" tIns="95250" rIns="95250" bIns="95250"/>
                    <a:lstStyle/>
                    <a:p>
                      <a:r>
                        <a:rPr sz="1575" b="0">
                          <a:solidFill>
                            <a:srgbClr val="263326"/>
                          </a:solidFill>
                          <a:latin typeface="Arial"/>
                          <a:ea typeface="Arial"/>
                          <a:cs typeface="Arial"/>
                        </a:rPr>
                        <a:t>R03 · Monto o receptor</a:t>
                      </a:r>
                    </a:p>
                  </a:txBody>
                  <a:tcPr marL="76200" marR="76200" marT="38100" marB="38100" anchor="ctr">
                    <a:lnL w="6191">
                      <a:solidFill>
                        <a:srgbClr val="CBBF9F"/>
                      </a:solidFill>
                      <a:prstDash val="solid"/>
                    </a:lnL>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AEAD + validación de negocio</a:t>
                      </a:r>
                    </a:p>
                  </a:txBody>
                  <a:tcPr marL="76200" marR="76200" marT="38100" marB="38100" anchor="ctr">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Implementado y probado</a:t>
                      </a:r>
                    </a:p>
                  </a:txBody>
                  <a:tcPr marL="76200" marR="76200" marT="38100" marB="38100" anchor="ctr">
                    <a:lnR w="6191">
                      <a:solidFill>
                        <a:srgbClr val="CBBF9F"/>
                      </a:solidFill>
                      <a:prstDash val="solid"/>
                    </a:lnR>
                    <a:lnB w="6191">
                      <a:solidFill>
                        <a:srgbClr val="CBBF9F"/>
                      </a:solidFill>
                      <a:prstDash val="solid"/>
                    </a:lnB>
                    <a:solidFill>
                      <a:srgbClr val="F3EEDC"/>
                    </a:solidFill>
                  </a:tcPr>
                </a:tc>
              </a:tr>
              <a:tr h="457200">
                <a:tc>
                  <a:txBody>
                    <a:bodyPr lIns="95250" tIns="95250" rIns="95250" bIns="95250"/>
                    <a:lstStyle/>
                    <a:p>
                      <a:r>
                        <a:rPr sz="1575" b="0">
                          <a:solidFill>
                            <a:srgbClr val="263326"/>
                          </a:solidFill>
                          <a:latin typeface="Arial"/>
                          <a:ea typeface="Arial"/>
                          <a:cs typeface="Arial"/>
                        </a:rPr>
                        <a:t>R04 · Replay y retorno</a:t>
                      </a:r>
                    </a:p>
                  </a:txBody>
                  <a:tcPr marL="76200" marR="76200" marT="38100" marB="38100" anchor="ctr">
                    <a:lnL w="6191">
                      <a:solidFill>
                        <a:srgbClr val="CBBF9F"/>
                      </a:solidFill>
                      <a:prstDash val="solid"/>
                    </a:lnL>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Request ID, estado GNAP y sesión</a:t>
                      </a:r>
                    </a:p>
                  </a:txBody>
                  <a:tcPr marL="76200" marR="76200" marT="38100" marB="38100" anchor="ctr">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Implementado, alcance local</a:t>
                      </a:r>
                    </a:p>
                  </a:txBody>
                  <a:tcPr marL="76200" marR="76200" marT="38100" marB="38100" anchor="ctr">
                    <a:lnR w="6191">
                      <a:solidFill>
                        <a:srgbClr val="CBBF9F"/>
                      </a:solidFill>
                      <a:prstDash val="solid"/>
                    </a:lnR>
                    <a:lnB w="6191">
                      <a:solidFill>
                        <a:srgbClr val="CBBF9F"/>
                      </a:solidFill>
                      <a:prstDash val="solid"/>
                    </a:lnB>
                    <a:solidFill>
                      <a:srgbClr val="F3EEDC"/>
                    </a:solidFill>
                  </a:tcPr>
                </a:tc>
              </a:tr>
              <a:tr h="457200">
                <a:tc>
                  <a:txBody>
                    <a:bodyPr lIns="95250" tIns="95250" rIns="95250" bIns="95250"/>
                    <a:lstStyle/>
                    <a:p>
                      <a:r>
                        <a:rPr sz="1575" b="0">
                          <a:solidFill>
                            <a:srgbClr val="263326"/>
                          </a:solidFill>
                          <a:latin typeface="Arial"/>
                          <a:ea typeface="Arial"/>
                          <a:cs typeface="Arial"/>
                        </a:rPr>
                        <a:t>R05 · Wallet ajena</a:t>
                      </a:r>
                    </a:p>
                  </a:txBody>
                  <a:tcPr marL="76200" marR="76200" marT="38100" marB="38100" anchor="ctr">
                    <a:lnL w="6191">
                      <a:solidFill>
                        <a:srgbClr val="CBBF9F"/>
                      </a:solidFill>
                      <a:prstDash val="solid"/>
                    </a:lnL>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Perfil del servidor y propiedad</a:t>
                      </a:r>
                    </a:p>
                  </a:txBody>
                  <a:tcPr marL="76200" marR="76200" marT="38100" marB="38100" anchor="ctr">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Pruebas con adaptadores</a:t>
                      </a:r>
                    </a:p>
                  </a:txBody>
                  <a:tcPr marL="76200" marR="76200" marT="38100" marB="38100" anchor="ctr">
                    <a:lnR w="6191">
                      <a:solidFill>
                        <a:srgbClr val="CBBF9F"/>
                      </a:solidFill>
                      <a:prstDash val="solid"/>
                    </a:lnR>
                    <a:lnB w="6191">
                      <a:solidFill>
                        <a:srgbClr val="CBBF9F"/>
                      </a:solidFill>
                      <a:prstDash val="solid"/>
                    </a:lnB>
                    <a:solidFill>
                      <a:srgbClr val="F3EEDC"/>
                    </a:solidFill>
                  </a:tcPr>
                </a:tc>
              </a:tr>
              <a:tr h="457200">
                <a:tc>
                  <a:txBody>
                    <a:bodyPr lIns="95250" tIns="95250" rIns="95250" bIns="95250"/>
                    <a:lstStyle/>
                    <a:p>
                      <a:r>
                        <a:rPr sz="1575" b="0">
                          <a:solidFill>
                            <a:srgbClr val="263326"/>
                          </a:solidFill>
                          <a:latin typeface="Arial"/>
                          <a:ea typeface="Arial"/>
                          <a:cs typeface="Arial"/>
                        </a:rPr>
                        <a:t>R06 · Claves falsas</a:t>
                      </a:r>
                    </a:p>
                  </a:txBody>
                  <a:tcPr marL="76200" marR="76200" marT="38100" marB="38100" anchor="ctr">
                    <a:lnL w="6191">
                      <a:solidFill>
                        <a:srgbClr val="CBBF9F"/>
                      </a:solidFill>
                      <a:prstDash val="solid"/>
                    </a:lnL>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Firma híbrida y claves esperadas</a:t>
                      </a:r>
                    </a:p>
                  </a:txBody>
                  <a:tcPr marL="76200" marR="76200" marT="38100" marB="38100" anchor="ctr">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Raíz de confianza pendiente</a:t>
                      </a:r>
                    </a:p>
                  </a:txBody>
                  <a:tcPr marL="76200" marR="76200" marT="38100" marB="38100" anchor="ctr">
                    <a:lnR w="6191">
                      <a:solidFill>
                        <a:srgbClr val="CBBF9F"/>
                      </a:solidFill>
                      <a:prstDash val="solid"/>
                    </a:lnR>
                    <a:lnB w="6191">
                      <a:solidFill>
                        <a:srgbClr val="CBBF9F"/>
                      </a:solidFill>
                      <a:prstDash val="solid"/>
                    </a:lnB>
                    <a:solidFill>
                      <a:srgbClr val="F3EEDC"/>
                    </a:solidFill>
                  </a:tcPr>
                </a:tc>
              </a:tr>
              <a:tr h="457200">
                <a:tc>
                  <a:txBody>
                    <a:bodyPr lIns="95250" tIns="95250" rIns="95250" bIns="95250"/>
                    <a:lstStyle/>
                    <a:p>
                      <a:r>
                        <a:rPr sz="1575" b="0">
                          <a:solidFill>
                            <a:srgbClr val="263326"/>
                          </a:solidFill>
                          <a:latin typeface="Arial"/>
                          <a:ea typeface="Arial"/>
                          <a:cs typeface="Arial"/>
                        </a:rPr>
                        <a:t>R07 · Saturación</a:t>
                      </a:r>
                    </a:p>
                  </a:txBody>
                  <a:tcPr marL="76200" marR="76200" marT="38100" marB="38100" anchor="ctr">
                    <a:lnL w="6191">
                      <a:solidFill>
                        <a:srgbClr val="CBBF9F"/>
                      </a:solidFill>
                      <a:prstDash val="solid"/>
                    </a:lnL>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Límites de cuerpo y frecuencia</a:t>
                      </a:r>
                    </a:p>
                  </a:txBody>
                  <a:tcPr marL="76200" marR="76200" marT="38100" marB="38100" anchor="ctr">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Sin prueba de carga completa</a:t>
                      </a:r>
                    </a:p>
                  </a:txBody>
                  <a:tcPr marL="76200" marR="76200" marT="38100" marB="38100" anchor="ctr">
                    <a:lnR w="6191">
                      <a:solidFill>
                        <a:srgbClr val="CBBF9F"/>
                      </a:solidFill>
                      <a:prstDash val="solid"/>
                    </a:lnR>
                    <a:lnB w="6191">
                      <a:solidFill>
                        <a:srgbClr val="CBBF9F"/>
                      </a:solidFill>
                      <a:prstDash val="solid"/>
                    </a:lnB>
                    <a:solidFill>
                      <a:srgbClr val="F3EEDC"/>
                    </a:solidFill>
                  </a:tcPr>
                </a:tc>
              </a:tr>
              <a:tr h="457200">
                <a:tc>
                  <a:txBody>
                    <a:bodyPr lIns="95250" tIns="95250" rIns="95250" bIns="95250"/>
                    <a:lstStyle/>
                    <a:p>
                      <a:r>
                        <a:rPr sz="1575" b="0">
                          <a:solidFill>
                            <a:srgbClr val="263326"/>
                          </a:solidFill>
                          <a:latin typeface="Arial"/>
                          <a:ea typeface="Arial"/>
                          <a:cs typeface="Arial"/>
                        </a:rPr>
                        <a:t>R08 · JS malicioso</a:t>
                      </a:r>
                    </a:p>
                  </a:txBody>
                  <a:tcPr marL="76200" marR="76200" marT="38100" marB="38100" anchor="ctr">
                    <a:lnL w="6191">
                      <a:solidFill>
                        <a:srgbClr val="CBBF9F"/>
                      </a:solidFill>
                      <a:prstDash val="solid"/>
                    </a:lnL>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Reducir confianza en el cliente</a:t>
                      </a:r>
                    </a:p>
                  </a:txBody>
                  <a:tcPr marL="76200" marR="76200" marT="38100" marB="38100" anchor="ctr">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Riesgo residual</a:t>
                      </a:r>
                    </a:p>
                  </a:txBody>
                  <a:tcPr marL="76200" marR="76200" marT="38100" marB="38100" anchor="ctr">
                    <a:lnR w="6191">
                      <a:solidFill>
                        <a:srgbClr val="CBBF9F"/>
                      </a:solidFill>
                      <a:prstDash val="solid"/>
                    </a:lnR>
                    <a:lnB w="6191">
                      <a:solidFill>
                        <a:srgbClr val="CBBF9F"/>
                      </a:solidFill>
                      <a:prstDash val="solid"/>
                    </a:lnB>
                    <a:solidFill>
                      <a:srgbClr val="F3EEDC"/>
                    </a:solidFill>
                  </a:tcPr>
                </a:tc>
              </a:tr>
              <a:tr h="457200">
                <a:tc>
                  <a:txBody>
                    <a:bodyPr lIns="95250" tIns="95250" rIns="95250" bIns="95250"/>
                    <a:lstStyle/>
                    <a:p>
                      <a:r>
                        <a:rPr sz="1575" b="0">
                          <a:solidFill>
                            <a:srgbClr val="263326"/>
                          </a:solidFill>
                          <a:latin typeface="Arial"/>
                          <a:ea typeface="Arial"/>
                          <a:cs typeface="Arial"/>
                        </a:rPr>
                        <a:t>R09 · Descifrado futuro</a:t>
                      </a:r>
                    </a:p>
                  </a:txBody>
                  <a:tcPr marL="76200" marR="76200" marT="38100" marB="38100" anchor="ctr">
                    <a:lnL w="6191">
                      <a:solidFill>
                        <a:srgbClr val="CBBF9F"/>
                      </a:solidFill>
                      <a:prstDash val="solid"/>
                    </a:lnL>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ML-KEM en la capa de aplicación</a:t>
                      </a:r>
                    </a:p>
                  </a:txBody>
                  <a:tcPr marL="76200" marR="76200" marT="38100" marB="38100" anchor="ctr">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575" b="0">
                          <a:solidFill>
                            <a:srgbClr val="263326"/>
                          </a:solidFill>
                          <a:latin typeface="Arial"/>
                          <a:ea typeface="Arial"/>
                          <a:cs typeface="Arial"/>
                        </a:rPr>
                        <a:t>Alcance navegador–pasarela</a:t>
                      </a:r>
                    </a:p>
                  </a:txBody>
                  <a:tcPr marL="76200" marR="76200" marT="38100" marB="38100" anchor="ctr">
                    <a:lnR w="6191">
                      <a:solidFill>
                        <a:srgbClr val="CBBF9F"/>
                      </a:solidFill>
                      <a:prstDash val="solid"/>
                    </a:lnR>
                    <a:lnB w="6191">
                      <a:solidFill>
                        <a:srgbClr val="CBBF9F"/>
                      </a:solidFill>
                      <a:prstDash val="solid"/>
                    </a:lnB>
                    <a:solidFill>
                      <a:srgbClr val="F3EEDC"/>
                    </a:solidFill>
                  </a:tcPr>
                </a:tc>
              </a:tr>
            </a:tbl>
          </a:graphicData>
        </a:graphic>
      </p:graphicFrame>
    </p:spTree>
    <p:extLst>
      <p:ext uri="{BB962C8B-B14F-4D97-AF65-F5344CB8AC3E}">
        <p14:creationId xmlns:p14="http://schemas.microsoft.com/office/powerpoint/2010/main" val="1000381263"/>
      </p:ext>
    </p:extLst>
  </p:cSld>
</p:sld>
</file>

<file path=ppt/slides/slide5.xml><?xml version="1.0" encoding="utf-8"?>
<p:sld xmlns:p="http://schemas.openxmlformats.org/presentationml/2006/main">
  <p:cSld>
    <p:bg>
      <p:bgPr>
        <a:solidFill xmlns:a="http://schemas.openxmlformats.org/drawingml/2006/main">
          <a:srgbClr val="F3EED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2E3B36D-1770-4FDC-9480-A814E7FAD8C6}"/>
              </a:ext>
            </a:extLst>
          </p:cNvPr>
          <p:cNvSpPr>
            <a:spLocks xmlns:a="http://schemas.openxmlformats.org/drawingml/2006/main" noGrp="1"/>
          </p:cNvSpPr>
          <p:nvPr/>
        </p:nvSpPr>
        <p:spPr>
          <a:xfrm xmlns:a="http://schemas.openxmlformats.org/drawingml/2006/main">
            <a:off x="609600" y="4762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0">
                <a:solidFill>
                  <a:srgbClr val="314130"/>
                </a:solidFill>
                <a:latin typeface="Georgia"/>
                <a:ea typeface="Georgia"/>
                <a:cs typeface="Georgia"/>
              </a:defRPr>
            </a:defPPr>
            <a:lvl1pPr>
              <a:defRPr sz="3300" b="0">
                <a:solidFill>
                  <a:srgbClr val="314130"/>
                </a:solidFill>
                <a:latin typeface="Georgia"/>
                <a:ea typeface="Georgia"/>
                <a:cs typeface="Georgia"/>
              </a:defRPr>
            </a:lvl1pPr>
            <a:lvl2pPr>
              <a:defRPr sz="3300" b="0">
                <a:solidFill>
                  <a:srgbClr val="314130"/>
                </a:solidFill>
                <a:latin typeface="Georgia"/>
                <a:ea typeface="Georgia"/>
                <a:cs typeface="Georgia"/>
              </a:defRPr>
            </a:lvl2pPr>
            <a:lvl3pPr>
              <a:defRPr sz="3300" b="0">
                <a:solidFill>
                  <a:srgbClr val="314130"/>
                </a:solidFill>
                <a:latin typeface="Georgia"/>
                <a:ea typeface="Georgia"/>
                <a:cs typeface="Georgia"/>
              </a:defRPr>
            </a:lvl3pPr>
            <a:lvl4pPr>
              <a:defRPr sz="3300" b="0">
                <a:solidFill>
                  <a:srgbClr val="314130"/>
                </a:solidFill>
                <a:latin typeface="Georgia"/>
                <a:ea typeface="Georgia"/>
                <a:cs typeface="Georgia"/>
              </a:defRPr>
            </a:lvl4pPr>
            <a:lvl5pPr>
              <a:defRPr sz="3300" b="0">
                <a:solidFill>
                  <a:srgbClr val="314130"/>
                </a:solidFill>
                <a:latin typeface="Georgia"/>
                <a:ea typeface="Georgia"/>
                <a:cs typeface="Georgia"/>
              </a:defRPr>
            </a:lvl5pPr>
            <a:lvl6pPr>
              <a:defRPr sz="3300" b="0">
                <a:solidFill>
                  <a:srgbClr val="314130"/>
                </a:solidFill>
                <a:latin typeface="Georgia"/>
                <a:ea typeface="Georgia"/>
                <a:cs typeface="Georgia"/>
              </a:defRPr>
            </a:lvl6pPr>
            <a:lvl7pPr>
              <a:defRPr sz="3300" b="0">
                <a:solidFill>
                  <a:srgbClr val="314130"/>
                </a:solidFill>
                <a:latin typeface="Georgia"/>
                <a:ea typeface="Georgia"/>
                <a:cs typeface="Georgia"/>
              </a:defRPr>
            </a:lvl7pPr>
            <a:lvl8pPr>
              <a:defRPr sz="3300" b="0">
                <a:solidFill>
                  <a:srgbClr val="314130"/>
                </a:solidFill>
                <a:latin typeface="Georgia"/>
                <a:ea typeface="Georgia"/>
                <a:cs typeface="Georgia"/>
              </a:defRPr>
            </a:lvl8pPr>
            <a:lvl9pPr>
              <a:defRPr sz="3300" b="0">
                <a:solidFill>
                  <a:srgbClr val="314130"/>
                </a:solidFill>
                <a:latin typeface="Georgia"/>
                <a:ea typeface="Georgia"/>
                <a:cs typeface="Georgia"/>
              </a:defRPr>
            </a:lvl9pPr>
          </a:lstStyle>
          <a:p xmlns:a="http://schemas.openxmlformats.org/drawingml/2006/main">
            <a:pPr>
              <a:defRPr sz="3300" b="0">
                <a:solidFill>
                  <a:srgbClr val="314130"/>
                </a:solidFill>
                <a:latin typeface="Georgia"/>
                <a:ea typeface="Georgia"/>
                <a:cs typeface="Georgia"/>
              </a:defRPr>
            </a:pPr>
            <a:r>
              <a:rPr sz="3300" b="0">
                <a:solidFill>
                  <a:srgbClr val="314130"/>
                </a:solidFill>
                <a:latin typeface="Georgia"/>
                <a:ea typeface="Georgia"/>
                <a:cs typeface="Georgia"/>
              </a:rPr>
              <a:t>Canal de aplicación con ML-KEM-768</a:t>
            </a:r>
          </a:p>
        </p:txBody>
      </p:sp>
      <p:sp>
        <p:nvSpPr>
          <p:cNvPr id="2" name="">
            <a:extLst xmlns:a="http://schemas.openxmlformats.org/drawingml/2006/main">
              <a:ext uri="{FF2B5EF4-FFF2-40B4-BE49-F238E27FC236}">
                <a16:creationId xmlns:a16="http://schemas.microsoft.com/office/drawing/2014/main" id="{0ED4C9B3-2CA4-4C15-8BB3-9D9D9A0EEC7E}"/>
              </a:ext>
            </a:extLst>
          </p:cNvPr>
          <p:cNvSpPr>
            <a:spLocks xmlns:a="http://schemas.openxmlformats.org/drawingml/2006/main" noGrp="1"/>
          </p:cNvSpPr>
          <p:nvPr/>
        </p:nvSpPr>
        <p:spPr>
          <a:xfrm xmlns:a="http://schemas.openxmlformats.org/drawingml/2006/main">
            <a:off x="609600" y="641985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86554"/>
                </a:solidFill>
                <a:latin typeface="Arial"/>
                <a:ea typeface="Arial"/>
                <a:cs typeface="Arial"/>
              </a:defRPr>
            </a:defPPr>
            <a:lvl1pPr>
              <a:defRPr sz="1200" b="0">
                <a:solidFill>
                  <a:srgbClr val="586554"/>
                </a:solidFill>
                <a:latin typeface="Arial"/>
                <a:ea typeface="Arial"/>
                <a:cs typeface="Arial"/>
              </a:defRPr>
            </a:lvl1pPr>
            <a:lvl2pPr>
              <a:defRPr sz="1200" b="0">
                <a:solidFill>
                  <a:srgbClr val="586554"/>
                </a:solidFill>
                <a:latin typeface="Arial"/>
                <a:ea typeface="Arial"/>
                <a:cs typeface="Arial"/>
              </a:defRPr>
            </a:lvl2pPr>
            <a:lvl3pPr>
              <a:defRPr sz="1200" b="0">
                <a:solidFill>
                  <a:srgbClr val="586554"/>
                </a:solidFill>
                <a:latin typeface="Arial"/>
                <a:ea typeface="Arial"/>
                <a:cs typeface="Arial"/>
              </a:defRPr>
            </a:lvl3pPr>
            <a:lvl4pPr>
              <a:defRPr sz="1200" b="0">
                <a:solidFill>
                  <a:srgbClr val="586554"/>
                </a:solidFill>
                <a:latin typeface="Arial"/>
                <a:ea typeface="Arial"/>
                <a:cs typeface="Arial"/>
              </a:defRPr>
            </a:lvl4pPr>
            <a:lvl5pPr>
              <a:defRPr sz="1200" b="0">
                <a:solidFill>
                  <a:srgbClr val="586554"/>
                </a:solidFill>
                <a:latin typeface="Arial"/>
                <a:ea typeface="Arial"/>
                <a:cs typeface="Arial"/>
              </a:defRPr>
            </a:lvl5pPr>
            <a:lvl6pPr>
              <a:defRPr sz="1200" b="0">
                <a:solidFill>
                  <a:srgbClr val="586554"/>
                </a:solidFill>
                <a:latin typeface="Arial"/>
                <a:ea typeface="Arial"/>
                <a:cs typeface="Arial"/>
              </a:defRPr>
            </a:lvl6pPr>
            <a:lvl7pPr>
              <a:defRPr sz="1200" b="0">
                <a:solidFill>
                  <a:srgbClr val="586554"/>
                </a:solidFill>
                <a:latin typeface="Arial"/>
                <a:ea typeface="Arial"/>
                <a:cs typeface="Arial"/>
              </a:defRPr>
            </a:lvl7pPr>
            <a:lvl8pPr>
              <a:defRPr sz="1200" b="0">
                <a:solidFill>
                  <a:srgbClr val="586554"/>
                </a:solidFill>
                <a:latin typeface="Arial"/>
                <a:ea typeface="Arial"/>
                <a:cs typeface="Arial"/>
              </a:defRPr>
            </a:lvl8pPr>
            <a:lvl9pPr>
              <a:defRPr sz="1200" b="0">
                <a:solidFill>
                  <a:srgbClr val="586554"/>
                </a:solidFill>
                <a:latin typeface="Arial"/>
                <a:ea typeface="Arial"/>
                <a:cs typeface="Arial"/>
              </a:defRPr>
            </a:lvl9pPr>
          </a:lstStyle>
          <a:p xmlns:a="http://schemas.openxmlformats.org/drawingml/2006/main">
            <a:pPr>
              <a:defRPr sz="1200" b="0">
                <a:solidFill>
                  <a:srgbClr val="586554"/>
                </a:solidFill>
                <a:latin typeface="Arial"/>
                <a:ea typeface="Arial"/>
                <a:cs typeface="Arial"/>
              </a:defRPr>
            </a:pPr>
            <a:r>
              <a:rPr sz="1200" b="0">
                <a:solidFill>
                  <a:srgbClr val="586554"/>
                </a:solidFill>
                <a:latin typeface="Arial"/>
                <a:ea typeface="Arial"/>
                <a:cs typeface="Arial"/>
              </a:rPr>
              <a:t>05  TerraCierta · Onyx</a:t>
            </a:r>
          </a:p>
        </p:txBody>
      </p:sp>
      <p:sp>
        <p:nvSpPr>
          <p:cNvPr id="3" name="">
            <a:extLst xmlns:a="http://schemas.openxmlformats.org/drawingml/2006/main">
              <a:ext uri="{FF2B5EF4-FFF2-40B4-BE49-F238E27FC236}">
                <a16:creationId xmlns:a16="http://schemas.microsoft.com/office/drawing/2014/main" id="{8CC56990-3C7B-48B6-84EC-C6A70ECB771E}"/>
              </a:ext>
            </a:extLst>
          </p:cNvPr>
          <p:cNvSpPr>
            <a:spLocks xmlns:a="http://schemas.openxmlformats.org/drawingml/2006/main" noGrp="1"/>
          </p:cNvSpPr>
          <p:nvPr/>
        </p:nvSpPr>
        <p:spPr>
          <a:xfrm xmlns:a="http://schemas.openxmlformats.org/drawingml/2006/main">
            <a:off x="609600" y="16002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314130"/>
                </a:solidFill>
                <a:latin typeface="Arial"/>
                <a:ea typeface="Arial"/>
                <a:cs typeface="Arial"/>
              </a:defRPr>
            </a:defPPr>
            <a:lvl1pPr>
              <a:defRPr sz="2625" b="1">
                <a:solidFill>
                  <a:srgbClr val="314130"/>
                </a:solidFill>
                <a:latin typeface="Arial"/>
                <a:ea typeface="Arial"/>
                <a:cs typeface="Arial"/>
              </a:defRPr>
            </a:lvl1pPr>
            <a:lvl2pPr>
              <a:defRPr sz="2625" b="1">
                <a:solidFill>
                  <a:srgbClr val="314130"/>
                </a:solidFill>
                <a:latin typeface="Arial"/>
                <a:ea typeface="Arial"/>
                <a:cs typeface="Arial"/>
              </a:defRPr>
            </a:lvl2pPr>
            <a:lvl3pPr>
              <a:defRPr sz="2625" b="1">
                <a:solidFill>
                  <a:srgbClr val="314130"/>
                </a:solidFill>
                <a:latin typeface="Arial"/>
                <a:ea typeface="Arial"/>
                <a:cs typeface="Arial"/>
              </a:defRPr>
            </a:lvl3pPr>
            <a:lvl4pPr>
              <a:defRPr sz="2625" b="1">
                <a:solidFill>
                  <a:srgbClr val="314130"/>
                </a:solidFill>
                <a:latin typeface="Arial"/>
                <a:ea typeface="Arial"/>
                <a:cs typeface="Arial"/>
              </a:defRPr>
            </a:lvl4pPr>
            <a:lvl5pPr>
              <a:defRPr sz="2625" b="1">
                <a:solidFill>
                  <a:srgbClr val="314130"/>
                </a:solidFill>
                <a:latin typeface="Arial"/>
                <a:ea typeface="Arial"/>
                <a:cs typeface="Arial"/>
              </a:defRPr>
            </a:lvl5pPr>
            <a:lvl6pPr>
              <a:defRPr sz="2625" b="1">
                <a:solidFill>
                  <a:srgbClr val="314130"/>
                </a:solidFill>
                <a:latin typeface="Arial"/>
                <a:ea typeface="Arial"/>
                <a:cs typeface="Arial"/>
              </a:defRPr>
            </a:lvl6pPr>
            <a:lvl7pPr>
              <a:defRPr sz="2625" b="1">
                <a:solidFill>
                  <a:srgbClr val="314130"/>
                </a:solidFill>
                <a:latin typeface="Arial"/>
                <a:ea typeface="Arial"/>
                <a:cs typeface="Arial"/>
              </a:defRPr>
            </a:lvl7pPr>
            <a:lvl8pPr>
              <a:defRPr sz="2625" b="1">
                <a:solidFill>
                  <a:srgbClr val="314130"/>
                </a:solidFill>
                <a:latin typeface="Arial"/>
                <a:ea typeface="Arial"/>
                <a:cs typeface="Arial"/>
              </a:defRPr>
            </a:lvl8pPr>
            <a:lvl9pPr>
              <a:defRPr sz="2625" b="1">
                <a:solidFill>
                  <a:srgbClr val="314130"/>
                </a:solidFill>
                <a:latin typeface="Arial"/>
                <a:ea typeface="Arial"/>
                <a:cs typeface="Arial"/>
              </a:defRPr>
            </a:lvl9pPr>
          </a:lstStyle>
          <a:p xmlns:a="http://schemas.openxmlformats.org/drawingml/2006/main">
            <a:pPr>
              <a:defRPr sz="2625" b="1">
                <a:solidFill>
                  <a:srgbClr val="314130"/>
                </a:solidFill>
                <a:latin typeface="Arial"/>
                <a:ea typeface="Arial"/>
                <a:cs typeface="Arial"/>
              </a:defRPr>
            </a:pPr>
            <a:r>
              <a:rPr sz="2625" b="1">
                <a:solidFill>
                  <a:srgbClr val="314130"/>
                </a:solidFill>
                <a:latin typeface="Arial"/>
                <a:ea typeface="Arial"/>
                <a:cs typeface="Arial"/>
              </a:rPr>
              <a:t>Encapsulate(pk) = (ct, ss)</a:t>
            </a:r>
          </a:p>
        </p:txBody>
      </p:sp>
      <p:sp>
        <p:nvSpPr>
          <p:cNvPr id="4" name="">
            <a:extLst xmlns:a="http://schemas.openxmlformats.org/drawingml/2006/main">
              <a:ext uri="{FF2B5EF4-FFF2-40B4-BE49-F238E27FC236}">
                <a16:creationId xmlns:a16="http://schemas.microsoft.com/office/drawing/2014/main" id="{7FB9C95A-A271-4038-9C78-6C9397F9CFD7}"/>
              </a:ext>
            </a:extLst>
          </p:cNvPr>
          <p:cNvSpPr>
            <a:spLocks xmlns:a="http://schemas.openxmlformats.org/drawingml/2006/main" noGrp="1"/>
          </p:cNvSpPr>
          <p:nvPr/>
        </p:nvSpPr>
        <p:spPr>
          <a:xfrm xmlns:a="http://schemas.openxmlformats.org/drawingml/2006/main">
            <a:off x="609600" y="2266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314130"/>
                </a:solidFill>
                <a:latin typeface="Arial"/>
                <a:ea typeface="Arial"/>
                <a:cs typeface="Arial"/>
              </a:defRPr>
            </a:defPPr>
            <a:lvl1pPr>
              <a:defRPr sz="2625" b="1">
                <a:solidFill>
                  <a:srgbClr val="314130"/>
                </a:solidFill>
                <a:latin typeface="Arial"/>
                <a:ea typeface="Arial"/>
                <a:cs typeface="Arial"/>
              </a:defRPr>
            </a:lvl1pPr>
            <a:lvl2pPr>
              <a:defRPr sz="2625" b="1">
                <a:solidFill>
                  <a:srgbClr val="314130"/>
                </a:solidFill>
                <a:latin typeface="Arial"/>
                <a:ea typeface="Arial"/>
                <a:cs typeface="Arial"/>
              </a:defRPr>
            </a:lvl2pPr>
            <a:lvl3pPr>
              <a:defRPr sz="2625" b="1">
                <a:solidFill>
                  <a:srgbClr val="314130"/>
                </a:solidFill>
                <a:latin typeface="Arial"/>
                <a:ea typeface="Arial"/>
                <a:cs typeface="Arial"/>
              </a:defRPr>
            </a:lvl3pPr>
            <a:lvl4pPr>
              <a:defRPr sz="2625" b="1">
                <a:solidFill>
                  <a:srgbClr val="314130"/>
                </a:solidFill>
                <a:latin typeface="Arial"/>
                <a:ea typeface="Arial"/>
                <a:cs typeface="Arial"/>
              </a:defRPr>
            </a:lvl4pPr>
            <a:lvl5pPr>
              <a:defRPr sz="2625" b="1">
                <a:solidFill>
                  <a:srgbClr val="314130"/>
                </a:solidFill>
                <a:latin typeface="Arial"/>
                <a:ea typeface="Arial"/>
                <a:cs typeface="Arial"/>
              </a:defRPr>
            </a:lvl5pPr>
            <a:lvl6pPr>
              <a:defRPr sz="2625" b="1">
                <a:solidFill>
                  <a:srgbClr val="314130"/>
                </a:solidFill>
                <a:latin typeface="Arial"/>
                <a:ea typeface="Arial"/>
                <a:cs typeface="Arial"/>
              </a:defRPr>
            </a:lvl6pPr>
            <a:lvl7pPr>
              <a:defRPr sz="2625" b="1">
                <a:solidFill>
                  <a:srgbClr val="314130"/>
                </a:solidFill>
                <a:latin typeface="Arial"/>
                <a:ea typeface="Arial"/>
                <a:cs typeface="Arial"/>
              </a:defRPr>
            </a:lvl7pPr>
            <a:lvl8pPr>
              <a:defRPr sz="2625" b="1">
                <a:solidFill>
                  <a:srgbClr val="314130"/>
                </a:solidFill>
                <a:latin typeface="Arial"/>
                <a:ea typeface="Arial"/>
                <a:cs typeface="Arial"/>
              </a:defRPr>
            </a:lvl8pPr>
            <a:lvl9pPr>
              <a:defRPr sz="2625" b="1">
                <a:solidFill>
                  <a:srgbClr val="314130"/>
                </a:solidFill>
                <a:latin typeface="Arial"/>
                <a:ea typeface="Arial"/>
                <a:cs typeface="Arial"/>
              </a:defRPr>
            </a:lvl9pPr>
          </a:lstStyle>
          <a:p xmlns:a="http://schemas.openxmlformats.org/drawingml/2006/main">
            <a:pPr>
              <a:defRPr sz="2625" b="1">
                <a:solidFill>
                  <a:srgbClr val="314130"/>
                </a:solidFill>
                <a:latin typeface="Arial"/>
                <a:ea typeface="Arial"/>
                <a:cs typeface="Arial"/>
              </a:defRPr>
            </a:pPr>
            <a:r>
              <a:rPr sz="2625" b="1">
                <a:solidFill>
                  <a:srgbClr val="314130"/>
                </a:solidFill>
                <a:latin typeface="Arial"/>
                <a:ea typeface="Arial"/>
                <a:cs typeface="Arial"/>
              </a:rPr>
              <a:t>Decapsulate(ct, sk) = ss</a:t>
            </a:r>
          </a:p>
        </p:txBody>
      </p:sp>
      <p:sp>
        <p:nvSpPr>
          <p:cNvPr id="5" name="">
            <a:extLst xmlns:a="http://schemas.openxmlformats.org/drawingml/2006/main">
              <a:ext uri="{FF2B5EF4-FFF2-40B4-BE49-F238E27FC236}">
                <a16:creationId xmlns:a16="http://schemas.microsoft.com/office/drawing/2014/main" id="{A8944F6A-483B-4B7E-8379-D8D212399B36}"/>
              </a:ext>
            </a:extLst>
          </p:cNvPr>
          <p:cNvSpPr>
            <a:spLocks xmlns:a="http://schemas.openxmlformats.org/drawingml/2006/main" noGrp="1"/>
          </p:cNvSpPr>
          <p:nvPr/>
        </p:nvSpPr>
        <p:spPr>
          <a:xfrm xmlns:a="http://schemas.openxmlformats.org/drawingml/2006/main">
            <a:off x="609600" y="3143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9B542D"/>
                </a:solidFill>
                <a:latin typeface="Arial"/>
                <a:ea typeface="Arial"/>
                <a:cs typeface="Arial"/>
              </a:defRPr>
            </a:defPPr>
            <a:lvl1pPr>
              <a:defRPr sz="2175" b="0">
                <a:solidFill>
                  <a:srgbClr val="9B542D"/>
                </a:solidFill>
                <a:latin typeface="Arial"/>
                <a:ea typeface="Arial"/>
                <a:cs typeface="Arial"/>
              </a:defRPr>
            </a:lvl1pPr>
            <a:lvl2pPr>
              <a:defRPr sz="2175" b="0">
                <a:solidFill>
                  <a:srgbClr val="9B542D"/>
                </a:solidFill>
                <a:latin typeface="Arial"/>
                <a:ea typeface="Arial"/>
                <a:cs typeface="Arial"/>
              </a:defRPr>
            </a:lvl2pPr>
            <a:lvl3pPr>
              <a:defRPr sz="2175" b="0">
                <a:solidFill>
                  <a:srgbClr val="9B542D"/>
                </a:solidFill>
                <a:latin typeface="Arial"/>
                <a:ea typeface="Arial"/>
                <a:cs typeface="Arial"/>
              </a:defRPr>
            </a:lvl3pPr>
            <a:lvl4pPr>
              <a:defRPr sz="2175" b="0">
                <a:solidFill>
                  <a:srgbClr val="9B542D"/>
                </a:solidFill>
                <a:latin typeface="Arial"/>
                <a:ea typeface="Arial"/>
                <a:cs typeface="Arial"/>
              </a:defRPr>
            </a:lvl4pPr>
            <a:lvl5pPr>
              <a:defRPr sz="2175" b="0">
                <a:solidFill>
                  <a:srgbClr val="9B542D"/>
                </a:solidFill>
                <a:latin typeface="Arial"/>
                <a:ea typeface="Arial"/>
                <a:cs typeface="Arial"/>
              </a:defRPr>
            </a:lvl5pPr>
            <a:lvl6pPr>
              <a:defRPr sz="2175" b="0">
                <a:solidFill>
                  <a:srgbClr val="9B542D"/>
                </a:solidFill>
                <a:latin typeface="Arial"/>
                <a:ea typeface="Arial"/>
                <a:cs typeface="Arial"/>
              </a:defRPr>
            </a:lvl6pPr>
            <a:lvl7pPr>
              <a:defRPr sz="2175" b="0">
                <a:solidFill>
                  <a:srgbClr val="9B542D"/>
                </a:solidFill>
                <a:latin typeface="Arial"/>
                <a:ea typeface="Arial"/>
                <a:cs typeface="Arial"/>
              </a:defRPr>
            </a:lvl7pPr>
            <a:lvl8pPr>
              <a:defRPr sz="2175" b="0">
                <a:solidFill>
                  <a:srgbClr val="9B542D"/>
                </a:solidFill>
                <a:latin typeface="Arial"/>
                <a:ea typeface="Arial"/>
                <a:cs typeface="Arial"/>
              </a:defRPr>
            </a:lvl8pPr>
            <a:lvl9pPr>
              <a:defRPr sz="2175" b="0">
                <a:solidFill>
                  <a:srgbClr val="9B542D"/>
                </a:solidFill>
                <a:latin typeface="Arial"/>
                <a:ea typeface="Arial"/>
                <a:cs typeface="Arial"/>
              </a:defRPr>
            </a:lvl9pPr>
          </a:lstStyle>
          <a:p xmlns:a="http://schemas.openxmlformats.org/drawingml/2006/main">
            <a:pPr>
              <a:defRPr sz="2175" b="0">
                <a:solidFill>
                  <a:srgbClr val="9B542D"/>
                </a:solidFill>
                <a:latin typeface="Arial"/>
                <a:ea typeface="Arial"/>
                <a:cs typeface="Arial"/>
              </a:defRPr>
            </a:pPr>
            <a:r>
              <a:rPr sz="2175" b="0">
                <a:solidFill>
                  <a:srgbClr val="9B542D"/>
                </a:solidFill>
                <a:latin typeface="Arial"/>
                <a:ea typeface="Arial"/>
                <a:cs typeface="Arial"/>
              </a:rPr>
              <a:t>Kreq  = HKDF-SHA-256(ss, dominio : request)</a:t>
            </a:r>
          </a:p>
        </p:txBody>
      </p:sp>
      <p:sp>
        <p:nvSpPr>
          <p:cNvPr id="6" name="">
            <a:extLst xmlns:a="http://schemas.openxmlformats.org/drawingml/2006/main">
              <a:ext uri="{FF2B5EF4-FFF2-40B4-BE49-F238E27FC236}">
                <a16:creationId xmlns:a16="http://schemas.microsoft.com/office/drawing/2014/main" id="{B40FF768-EE69-4968-A036-B5F0BCF4A530}"/>
              </a:ext>
            </a:extLst>
          </p:cNvPr>
          <p:cNvSpPr>
            <a:spLocks xmlns:a="http://schemas.openxmlformats.org/drawingml/2006/main" noGrp="1"/>
          </p:cNvSpPr>
          <p:nvPr/>
        </p:nvSpPr>
        <p:spPr>
          <a:xfrm xmlns:a="http://schemas.openxmlformats.org/drawingml/2006/main">
            <a:off x="609600" y="3667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9B542D"/>
                </a:solidFill>
                <a:latin typeface="Arial"/>
                <a:ea typeface="Arial"/>
                <a:cs typeface="Arial"/>
              </a:defRPr>
            </a:defPPr>
            <a:lvl1pPr>
              <a:defRPr sz="2175" b="0">
                <a:solidFill>
                  <a:srgbClr val="9B542D"/>
                </a:solidFill>
                <a:latin typeface="Arial"/>
                <a:ea typeface="Arial"/>
                <a:cs typeface="Arial"/>
              </a:defRPr>
            </a:lvl1pPr>
            <a:lvl2pPr>
              <a:defRPr sz="2175" b="0">
                <a:solidFill>
                  <a:srgbClr val="9B542D"/>
                </a:solidFill>
                <a:latin typeface="Arial"/>
                <a:ea typeface="Arial"/>
                <a:cs typeface="Arial"/>
              </a:defRPr>
            </a:lvl2pPr>
            <a:lvl3pPr>
              <a:defRPr sz="2175" b="0">
                <a:solidFill>
                  <a:srgbClr val="9B542D"/>
                </a:solidFill>
                <a:latin typeface="Arial"/>
                <a:ea typeface="Arial"/>
                <a:cs typeface="Arial"/>
              </a:defRPr>
            </a:lvl3pPr>
            <a:lvl4pPr>
              <a:defRPr sz="2175" b="0">
                <a:solidFill>
                  <a:srgbClr val="9B542D"/>
                </a:solidFill>
                <a:latin typeface="Arial"/>
                <a:ea typeface="Arial"/>
                <a:cs typeface="Arial"/>
              </a:defRPr>
            </a:lvl4pPr>
            <a:lvl5pPr>
              <a:defRPr sz="2175" b="0">
                <a:solidFill>
                  <a:srgbClr val="9B542D"/>
                </a:solidFill>
                <a:latin typeface="Arial"/>
                <a:ea typeface="Arial"/>
                <a:cs typeface="Arial"/>
              </a:defRPr>
            </a:lvl5pPr>
            <a:lvl6pPr>
              <a:defRPr sz="2175" b="0">
                <a:solidFill>
                  <a:srgbClr val="9B542D"/>
                </a:solidFill>
                <a:latin typeface="Arial"/>
                <a:ea typeface="Arial"/>
                <a:cs typeface="Arial"/>
              </a:defRPr>
            </a:lvl6pPr>
            <a:lvl7pPr>
              <a:defRPr sz="2175" b="0">
                <a:solidFill>
                  <a:srgbClr val="9B542D"/>
                </a:solidFill>
                <a:latin typeface="Arial"/>
                <a:ea typeface="Arial"/>
                <a:cs typeface="Arial"/>
              </a:defRPr>
            </a:lvl7pPr>
            <a:lvl8pPr>
              <a:defRPr sz="2175" b="0">
                <a:solidFill>
                  <a:srgbClr val="9B542D"/>
                </a:solidFill>
                <a:latin typeface="Arial"/>
                <a:ea typeface="Arial"/>
                <a:cs typeface="Arial"/>
              </a:defRPr>
            </a:lvl8pPr>
            <a:lvl9pPr>
              <a:defRPr sz="2175" b="0">
                <a:solidFill>
                  <a:srgbClr val="9B542D"/>
                </a:solidFill>
                <a:latin typeface="Arial"/>
                <a:ea typeface="Arial"/>
                <a:cs typeface="Arial"/>
              </a:defRPr>
            </a:lvl9pPr>
          </a:lstStyle>
          <a:p xmlns:a="http://schemas.openxmlformats.org/drawingml/2006/main">
            <a:pPr>
              <a:defRPr sz="2175" b="0">
                <a:solidFill>
                  <a:srgbClr val="9B542D"/>
                </a:solidFill>
                <a:latin typeface="Arial"/>
                <a:ea typeface="Arial"/>
                <a:cs typeface="Arial"/>
              </a:defRPr>
            </a:pPr>
            <a:r>
              <a:rPr sz="2175" b="0">
                <a:solidFill>
                  <a:srgbClr val="9B542D"/>
                </a:solidFill>
                <a:latin typeface="Arial"/>
                <a:ea typeface="Arial"/>
                <a:cs typeface="Arial"/>
              </a:rPr>
              <a:t>Kresp = HKDF-SHA-256(ss, dominio : reply)</a:t>
            </a:r>
          </a:p>
        </p:txBody>
      </p:sp>
      <p:sp>
        <p:nvSpPr>
          <p:cNvPr id="7" name="">
            <a:extLst xmlns:a="http://schemas.openxmlformats.org/drawingml/2006/main">
              <a:ext uri="{FF2B5EF4-FFF2-40B4-BE49-F238E27FC236}">
                <a16:creationId xmlns:a16="http://schemas.microsoft.com/office/drawing/2014/main" id="{AACB0F0C-5ADE-4FB3-B788-59CF0633859A}"/>
              </a:ext>
            </a:extLst>
          </p:cNvPr>
          <p:cNvSpPr>
            <a:spLocks xmlns:a="http://schemas.openxmlformats.org/drawingml/2006/main" noGrp="1"/>
          </p:cNvSpPr>
          <p:nvPr/>
        </p:nvSpPr>
        <p:spPr>
          <a:xfrm xmlns:a="http://schemas.openxmlformats.org/drawingml/2006/main">
            <a:off x="609600" y="45243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314130"/>
                </a:solidFill>
                <a:latin typeface="Arial"/>
                <a:ea typeface="Arial"/>
                <a:cs typeface="Arial"/>
              </a:defRPr>
            </a:defPPr>
            <a:lvl1pPr>
              <a:defRPr sz="2475" b="1">
                <a:solidFill>
                  <a:srgbClr val="314130"/>
                </a:solidFill>
                <a:latin typeface="Arial"/>
                <a:ea typeface="Arial"/>
                <a:cs typeface="Arial"/>
              </a:defRPr>
            </a:lvl1pPr>
            <a:lvl2pPr>
              <a:defRPr sz="2475" b="1">
                <a:solidFill>
                  <a:srgbClr val="314130"/>
                </a:solidFill>
                <a:latin typeface="Arial"/>
                <a:ea typeface="Arial"/>
                <a:cs typeface="Arial"/>
              </a:defRPr>
            </a:lvl2pPr>
            <a:lvl3pPr>
              <a:defRPr sz="2475" b="1">
                <a:solidFill>
                  <a:srgbClr val="314130"/>
                </a:solidFill>
                <a:latin typeface="Arial"/>
                <a:ea typeface="Arial"/>
                <a:cs typeface="Arial"/>
              </a:defRPr>
            </a:lvl3pPr>
            <a:lvl4pPr>
              <a:defRPr sz="2475" b="1">
                <a:solidFill>
                  <a:srgbClr val="314130"/>
                </a:solidFill>
                <a:latin typeface="Arial"/>
                <a:ea typeface="Arial"/>
                <a:cs typeface="Arial"/>
              </a:defRPr>
            </a:lvl4pPr>
            <a:lvl5pPr>
              <a:defRPr sz="2475" b="1">
                <a:solidFill>
                  <a:srgbClr val="314130"/>
                </a:solidFill>
                <a:latin typeface="Arial"/>
                <a:ea typeface="Arial"/>
                <a:cs typeface="Arial"/>
              </a:defRPr>
            </a:lvl5pPr>
            <a:lvl6pPr>
              <a:defRPr sz="2475" b="1">
                <a:solidFill>
                  <a:srgbClr val="314130"/>
                </a:solidFill>
                <a:latin typeface="Arial"/>
                <a:ea typeface="Arial"/>
                <a:cs typeface="Arial"/>
              </a:defRPr>
            </a:lvl6pPr>
            <a:lvl7pPr>
              <a:defRPr sz="2475" b="1">
                <a:solidFill>
                  <a:srgbClr val="314130"/>
                </a:solidFill>
                <a:latin typeface="Arial"/>
                <a:ea typeface="Arial"/>
                <a:cs typeface="Arial"/>
              </a:defRPr>
            </a:lvl7pPr>
            <a:lvl8pPr>
              <a:defRPr sz="2475" b="1">
                <a:solidFill>
                  <a:srgbClr val="314130"/>
                </a:solidFill>
                <a:latin typeface="Arial"/>
                <a:ea typeface="Arial"/>
                <a:cs typeface="Arial"/>
              </a:defRPr>
            </a:lvl8pPr>
            <a:lvl9pPr>
              <a:defRPr sz="2475" b="1">
                <a:solidFill>
                  <a:srgbClr val="314130"/>
                </a:solidFill>
                <a:latin typeface="Arial"/>
                <a:ea typeface="Arial"/>
                <a:cs typeface="Arial"/>
              </a:defRPr>
            </a:lvl9pPr>
          </a:lstStyle>
          <a:p xmlns:a="http://schemas.openxmlformats.org/drawingml/2006/main">
            <a:pPr>
              <a:defRPr sz="2475" b="1">
                <a:solidFill>
                  <a:srgbClr val="314130"/>
                </a:solidFill>
                <a:latin typeface="Arial"/>
                <a:ea typeface="Arial"/>
                <a:cs typeface="Arial"/>
              </a:defRPr>
            </a:pPr>
            <a:r>
              <a:rPr sz="2475" b="1">
                <a:solidFill>
                  <a:srgbClr val="314130"/>
                </a:solidFill>
                <a:latin typeface="Arial"/>
                <a:ea typeface="Arial"/>
                <a:cs typeface="Arial"/>
              </a:rPr>
              <a:t>C, tag = AES-256-GCM(K, IV, mensaje, AAD)</a:t>
            </a:r>
          </a:p>
        </p:txBody>
      </p:sp>
      <p:sp>
        <p:nvSpPr>
          <p:cNvPr id="8" name="">
            <a:extLst xmlns:a="http://schemas.openxmlformats.org/drawingml/2006/main">
              <a:ext uri="{FF2B5EF4-FFF2-40B4-BE49-F238E27FC236}">
                <a16:creationId xmlns:a16="http://schemas.microsoft.com/office/drawing/2014/main" id="{A2BEC2F1-C2FA-4C96-BF59-B1C9CDF0F077}"/>
              </a:ext>
            </a:extLst>
          </p:cNvPr>
          <p:cNvSpPr>
            <a:spLocks xmlns:a="http://schemas.openxmlformats.org/drawingml/2006/main" noGrp="1"/>
          </p:cNvSpPr>
          <p:nvPr/>
        </p:nvSpPr>
        <p:spPr>
          <a:xfrm xmlns:a="http://schemas.openxmlformats.org/drawingml/2006/main">
            <a:off x="609600" y="532447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86554"/>
                </a:solidFill>
                <a:latin typeface="Arial"/>
                <a:ea typeface="Arial"/>
                <a:cs typeface="Arial"/>
              </a:defRPr>
            </a:defPPr>
            <a:lvl1pPr>
              <a:defRPr sz="1875" b="0">
                <a:solidFill>
                  <a:srgbClr val="586554"/>
                </a:solidFill>
                <a:latin typeface="Arial"/>
                <a:ea typeface="Arial"/>
                <a:cs typeface="Arial"/>
              </a:defRPr>
            </a:lvl1pPr>
            <a:lvl2pPr>
              <a:defRPr sz="1875" b="0">
                <a:solidFill>
                  <a:srgbClr val="586554"/>
                </a:solidFill>
                <a:latin typeface="Arial"/>
                <a:ea typeface="Arial"/>
                <a:cs typeface="Arial"/>
              </a:defRPr>
            </a:lvl2pPr>
            <a:lvl3pPr>
              <a:defRPr sz="1875" b="0">
                <a:solidFill>
                  <a:srgbClr val="586554"/>
                </a:solidFill>
                <a:latin typeface="Arial"/>
                <a:ea typeface="Arial"/>
                <a:cs typeface="Arial"/>
              </a:defRPr>
            </a:lvl3pPr>
            <a:lvl4pPr>
              <a:defRPr sz="1875" b="0">
                <a:solidFill>
                  <a:srgbClr val="586554"/>
                </a:solidFill>
                <a:latin typeface="Arial"/>
                <a:ea typeface="Arial"/>
                <a:cs typeface="Arial"/>
              </a:defRPr>
            </a:lvl4pPr>
            <a:lvl5pPr>
              <a:defRPr sz="1875" b="0">
                <a:solidFill>
                  <a:srgbClr val="586554"/>
                </a:solidFill>
                <a:latin typeface="Arial"/>
                <a:ea typeface="Arial"/>
                <a:cs typeface="Arial"/>
              </a:defRPr>
            </a:lvl5pPr>
            <a:lvl6pPr>
              <a:defRPr sz="1875" b="0">
                <a:solidFill>
                  <a:srgbClr val="586554"/>
                </a:solidFill>
                <a:latin typeface="Arial"/>
                <a:ea typeface="Arial"/>
                <a:cs typeface="Arial"/>
              </a:defRPr>
            </a:lvl6pPr>
            <a:lvl7pPr>
              <a:defRPr sz="1875" b="0">
                <a:solidFill>
                  <a:srgbClr val="586554"/>
                </a:solidFill>
                <a:latin typeface="Arial"/>
                <a:ea typeface="Arial"/>
                <a:cs typeface="Arial"/>
              </a:defRPr>
            </a:lvl7pPr>
            <a:lvl8pPr>
              <a:defRPr sz="1875" b="0">
                <a:solidFill>
                  <a:srgbClr val="586554"/>
                </a:solidFill>
                <a:latin typeface="Arial"/>
                <a:ea typeface="Arial"/>
                <a:cs typeface="Arial"/>
              </a:defRPr>
            </a:lvl8pPr>
            <a:lvl9pPr>
              <a:defRPr sz="1875" b="0">
                <a:solidFill>
                  <a:srgbClr val="586554"/>
                </a:solidFill>
                <a:latin typeface="Arial"/>
                <a:ea typeface="Arial"/>
                <a:cs typeface="Arial"/>
              </a:defRPr>
            </a:lvl9pPr>
          </a:lstStyle>
          <a:p xmlns:a="http://schemas.openxmlformats.org/drawingml/2006/main">
            <a:pPr>
              <a:defRPr sz="1875" b="0">
                <a:solidFill>
                  <a:srgbClr val="586554"/>
                </a:solidFill>
                <a:latin typeface="Arial"/>
                <a:ea typeface="Arial"/>
                <a:cs typeface="Arial"/>
              </a:defRPr>
            </a:pPr>
            <a:r>
              <a:rPr sz="1875" b="0">
                <a:solidFill>
                  <a:srgbClr val="586554"/>
                </a:solidFill>
                <a:latin typeface="Arial"/>
                <a:ea typeface="Arial"/>
                <a:cs typeface="Arial"/>
              </a:rPr>
              <a:t>AAD vincula ruta, dirección, request ID, clave y tiempo.</a:t>
            </a:r>
          </a:p>
          <a:p xmlns:a="http://schemas.openxmlformats.org/drawingml/2006/main">
            <a:pPr>
              <a:defRPr sz="1875" b="0">
                <a:solidFill>
                  <a:srgbClr val="586554"/>
                </a:solidFill>
                <a:latin typeface="Arial"/>
                <a:ea typeface="Arial"/>
                <a:cs typeface="Arial"/>
              </a:defRPr>
            </a:pPr>
            <a:r>
              <a:rPr sz="1875" b="0">
                <a:solidFill>
                  <a:srgbClr val="586554"/>
                </a:solidFill>
                <a:latin typeface="Arial"/>
                <a:ea typeface="Arial"/>
                <a:cs typeface="Arial"/>
              </a:rPr>
              <a:t>IV de 96 bits. Tag de autenticación de 128 bits.</a:t>
            </a:r>
          </a:p>
        </p:txBody>
      </p:sp>
    </p:spTree>
    <p:extLst>
      <p:ext uri="{BB962C8B-B14F-4D97-AF65-F5344CB8AC3E}">
        <p14:creationId xmlns:p14="http://schemas.microsoft.com/office/powerpoint/2010/main" val="1851438110"/>
      </p:ext>
    </p:extLst>
  </p:cSld>
</p:sld>
</file>

<file path=ppt/slides/slide6.xml><?xml version="1.0" encoding="utf-8"?>
<p:sld xmlns:p="http://schemas.openxmlformats.org/presentationml/2006/main">
  <p:cSld>
    <p:bg>
      <p:bgPr>
        <a:solidFill xmlns:a="http://schemas.openxmlformats.org/drawingml/2006/main">
          <a:srgbClr val="F3EEDC"/>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D2695642-6D2D-4CA4-A5E4-6499B5C951FB}"/>
              </a:ext>
            </a:extLst>
          </p:cNvPr>
          <p:cNvCxnSpPr>
            <a:stCxn xmlns:a="http://schemas.openxmlformats.org/drawingml/2006/main" id="5" idx="3"/>
            <a:endCxn xmlns:a="http://schemas.openxmlformats.org/drawingml/2006/main" id="6" idx="1"/>
          </p:cNvCxnSpPr>
          <p:nvPr/>
        </p:nvCxnSpPr>
        <p:spPr>
          <a:xfrm xmlns:a="http://schemas.openxmlformats.org/drawingml/2006/main" flipV="1">
            <a:off x="7810500" y="2809875"/>
            <a:ext cx="1428750" cy="809625"/>
          </a:xfrm>
          <a:prstGeom xmlns:a="http://schemas.openxmlformats.org/drawingml/2006/main" prst="straightConnector1">
            <a:avLst/>
          </a:prstGeom>
          <a:ln xmlns:a="http://schemas.openxmlformats.org/drawingml/2006/main" w="19050">
            <a:solidFill>
              <a:srgbClr val="9B542D"/>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6468A1D3-EB6A-4DEA-A51B-6253FF0D111B}"/>
              </a:ext>
            </a:extLst>
          </p:cNvPr>
          <p:cNvCxnSpPr>
            <a:stCxn xmlns:a="http://schemas.openxmlformats.org/drawingml/2006/main" id="4" idx="3"/>
            <a:endCxn xmlns:a="http://schemas.openxmlformats.org/drawingml/2006/main" id="6" idx="1"/>
          </p:cNvCxnSpPr>
          <p:nvPr/>
        </p:nvCxnSpPr>
        <p:spPr>
          <a:xfrm xmlns:a="http://schemas.openxmlformats.org/drawingml/2006/main">
            <a:off x="7810500" y="2000250"/>
            <a:ext cx="1428750" cy="809625"/>
          </a:xfrm>
          <a:prstGeom xmlns:a="http://schemas.openxmlformats.org/drawingml/2006/main" prst="straightConnector1">
            <a:avLst/>
          </a:prstGeom>
          <a:ln xmlns:a="http://schemas.openxmlformats.org/drawingml/2006/main" w="19050">
            <a:solidFill>
              <a:srgbClr val="9B542D"/>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8E28E92D-C58D-4801-8F9C-B33304B56317}"/>
              </a:ext>
            </a:extLst>
          </p:cNvPr>
          <p:cNvCxnSpPr>
            <a:stCxn xmlns:a="http://schemas.openxmlformats.org/drawingml/2006/main" id="3" idx="3"/>
            <a:endCxn xmlns:a="http://schemas.openxmlformats.org/drawingml/2006/main" id="5" idx="1"/>
          </p:cNvCxnSpPr>
          <p:nvPr/>
        </p:nvCxnSpPr>
        <p:spPr>
          <a:xfrm xmlns:a="http://schemas.openxmlformats.org/drawingml/2006/main">
            <a:off x="3276600" y="2619375"/>
            <a:ext cx="1676400" cy="1000125"/>
          </a:xfrm>
          <a:prstGeom xmlns:a="http://schemas.openxmlformats.org/drawingml/2006/main" prst="straightConnector1">
            <a:avLst/>
          </a:prstGeom>
          <a:ln xmlns:a="http://schemas.openxmlformats.org/drawingml/2006/main" w="19050">
            <a:solidFill>
              <a:srgbClr val="9B542D"/>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D4BA1E2D-C88A-4AD2-B2DA-A37519EABF4E}"/>
              </a:ext>
            </a:extLst>
          </p:cNvPr>
          <p:cNvCxnSpPr>
            <a:stCxn xmlns:a="http://schemas.openxmlformats.org/drawingml/2006/main" id="3" idx="3"/>
            <a:endCxn xmlns:a="http://schemas.openxmlformats.org/drawingml/2006/main" id="4" idx="1"/>
          </p:cNvCxnSpPr>
          <p:nvPr/>
        </p:nvCxnSpPr>
        <p:spPr>
          <a:xfrm xmlns:a="http://schemas.openxmlformats.org/drawingml/2006/main" flipV="1">
            <a:off x="3276600" y="2000250"/>
            <a:ext cx="1676400" cy="619125"/>
          </a:xfrm>
          <a:prstGeom xmlns:a="http://schemas.openxmlformats.org/drawingml/2006/main" prst="straightConnector1">
            <a:avLst/>
          </a:prstGeom>
          <a:ln xmlns:a="http://schemas.openxmlformats.org/drawingml/2006/main" w="19050">
            <a:solidFill>
              <a:srgbClr val="9B542D"/>
            </a:solidFill>
            <a:prstDash val="solid"/>
            <a:tailEnd type="arrow" w="med" len="med"/>
          </a:ln>
        </p:spPr>
      </p:cxnSp>
      <p:sp>
        <p:nvSpPr>
          <p:cNvPr id="14" name="">
            <a:extLst xmlns:a="http://schemas.openxmlformats.org/drawingml/2006/main">
              <a:ext uri="{FF2B5EF4-FFF2-40B4-BE49-F238E27FC236}">
                <a16:creationId xmlns:a16="http://schemas.microsoft.com/office/drawing/2014/main" id="{82843246-3968-43E7-A88C-69FE9B3FC445}"/>
              </a:ext>
            </a:extLst>
          </p:cNvPr>
          <p:cNvSpPr>
            <a:spLocks xmlns:a="http://schemas.openxmlformats.org/drawingml/2006/main" noGrp="1"/>
          </p:cNvSpPr>
          <p:nvPr/>
        </p:nvSpPr>
        <p:spPr>
          <a:xfrm xmlns:a="http://schemas.openxmlformats.org/drawingml/2006/main">
            <a:off x="609600" y="4762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0">
                <a:solidFill>
                  <a:srgbClr val="314130"/>
                </a:solidFill>
                <a:latin typeface="Georgia"/>
                <a:ea typeface="Georgia"/>
                <a:cs typeface="Georgia"/>
              </a:defRPr>
            </a:defPPr>
            <a:lvl1pPr>
              <a:defRPr sz="3300" b="0">
                <a:solidFill>
                  <a:srgbClr val="314130"/>
                </a:solidFill>
                <a:latin typeface="Georgia"/>
                <a:ea typeface="Georgia"/>
                <a:cs typeface="Georgia"/>
              </a:defRPr>
            </a:lvl1pPr>
            <a:lvl2pPr>
              <a:defRPr sz="3300" b="0">
                <a:solidFill>
                  <a:srgbClr val="314130"/>
                </a:solidFill>
                <a:latin typeface="Georgia"/>
                <a:ea typeface="Georgia"/>
                <a:cs typeface="Georgia"/>
              </a:defRPr>
            </a:lvl2pPr>
            <a:lvl3pPr>
              <a:defRPr sz="3300" b="0">
                <a:solidFill>
                  <a:srgbClr val="314130"/>
                </a:solidFill>
                <a:latin typeface="Georgia"/>
                <a:ea typeface="Georgia"/>
                <a:cs typeface="Georgia"/>
              </a:defRPr>
            </a:lvl3pPr>
            <a:lvl4pPr>
              <a:defRPr sz="3300" b="0">
                <a:solidFill>
                  <a:srgbClr val="314130"/>
                </a:solidFill>
                <a:latin typeface="Georgia"/>
                <a:ea typeface="Georgia"/>
                <a:cs typeface="Georgia"/>
              </a:defRPr>
            </a:lvl4pPr>
            <a:lvl5pPr>
              <a:defRPr sz="3300" b="0">
                <a:solidFill>
                  <a:srgbClr val="314130"/>
                </a:solidFill>
                <a:latin typeface="Georgia"/>
                <a:ea typeface="Georgia"/>
                <a:cs typeface="Georgia"/>
              </a:defRPr>
            </a:lvl5pPr>
            <a:lvl6pPr>
              <a:defRPr sz="3300" b="0">
                <a:solidFill>
                  <a:srgbClr val="314130"/>
                </a:solidFill>
                <a:latin typeface="Georgia"/>
                <a:ea typeface="Georgia"/>
                <a:cs typeface="Georgia"/>
              </a:defRPr>
            </a:lvl6pPr>
            <a:lvl7pPr>
              <a:defRPr sz="3300" b="0">
                <a:solidFill>
                  <a:srgbClr val="314130"/>
                </a:solidFill>
                <a:latin typeface="Georgia"/>
                <a:ea typeface="Georgia"/>
                <a:cs typeface="Georgia"/>
              </a:defRPr>
            </a:lvl7pPr>
            <a:lvl8pPr>
              <a:defRPr sz="3300" b="0">
                <a:solidFill>
                  <a:srgbClr val="314130"/>
                </a:solidFill>
                <a:latin typeface="Georgia"/>
                <a:ea typeface="Georgia"/>
                <a:cs typeface="Georgia"/>
              </a:defRPr>
            </a:lvl8pPr>
            <a:lvl9pPr>
              <a:defRPr sz="3300" b="0">
                <a:solidFill>
                  <a:srgbClr val="314130"/>
                </a:solidFill>
                <a:latin typeface="Georgia"/>
                <a:ea typeface="Georgia"/>
                <a:cs typeface="Georgia"/>
              </a:defRPr>
            </a:lvl9pPr>
          </a:lstStyle>
          <a:p xmlns:a="http://schemas.openxmlformats.org/drawingml/2006/main">
            <a:pPr>
              <a:defRPr sz="3300" b="0">
                <a:solidFill>
                  <a:srgbClr val="314130"/>
                </a:solidFill>
                <a:latin typeface="Georgia"/>
                <a:ea typeface="Georgia"/>
                <a:cs typeface="Georgia"/>
              </a:defRPr>
            </a:pPr>
            <a:r>
              <a:rPr sz="3300" b="0">
                <a:solidFill>
                  <a:srgbClr val="314130"/>
                </a:solidFill>
                <a:latin typeface="Georgia"/>
                <a:ea typeface="Georgia"/>
                <a:cs typeface="Georgia"/>
              </a:rPr>
              <a:t>Un recibo exige ambas firmas y el negocio correcto</a:t>
            </a:r>
          </a:p>
        </p:txBody>
      </p:sp>
      <p:sp>
        <p:nvSpPr>
          <p:cNvPr id="2" name="">
            <a:extLst xmlns:a="http://schemas.openxmlformats.org/drawingml/2006/main">
              <a:ext uri="{FF2B5EF4-FFF2-40B4-BE49-F238E27FC236}">
                <a16:creationId xmlns:a16="http://schemas.microsoft.com/office/drawing/2014/main" id="{E2DB8CFE-1A3C-4B28-B5DC-F5D7E10F6120}"/>
              </a:ext>
            </a:extLst>
          </p:cNvPr>
          <p:cNvSpPr>
            <a:spLocks xmlns:a="http://schemas.openxmlformats.org/drawingml/2006/main" noGrp="1"/>
          </p:cNvSpPr>
          <p:nvPr/>
        </p:nvSpPr>
        <p:spPr>
          <a:xfrm xmlns:a="http://schemas.openxmlformats.org/drawingml/2006/main">
            <a:off x="609600" y="641985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86554"/>
                </a:solidFill>
                <a:latin typeface="Arial"/>
                <a:ea typeface="Arial"/>
                <a:cs typeface="Arial"/>
              </a:defRPr>
            </a:defPPr>
            <a:lvl1pPr>
              <a:defRPr sz="1200" b="0">
                <a:solidFill>
                  <a:srgbClr val="586554"/>
                </a:solidFill>
                <a:latin typeface="Arial"/>
                <a:ea typeface="Arial"/>
                <a:cs typeface="Arial"/>
              </a:defRPr>
            </a:lvl1pPr>
            <a:lvl2pPr>
              <a:defRPr sz="1200" b="0">
                <a:solidFill>
                  <a:srgbClr val="586554"/>
                </a:solidFill>
                <a:latin typeface="Arial"/>
                <a:ea typeface="Arial"/>
                <a:cs typeface="Arial"/>
              </a:defRPr>
            </a:lvl2pPr>
            <a:lvl3pPr>
              <a:defRPr sz="1200" b="0">
                <a:solidFill>
                  <a:srgbClr val="586554"/>
                </a:solidFill>
                <a:latin typeface="Arial"/>
                <a:ea typeface="Arial"/>
                <a:cs typeface="Arial"/>
              </a:defRPr>
            </a:lvl3pPr>
            <a:lvl4pPr>
              <a:defRPr sz="1200" b="0">
                <a:solidFill>
                  <a:srgbClr val="586554"/>
                </a:solidFill>
                <a:latin typeface="Arial"/>
                <a:ea typeface="Arial"/>
                <a:cs typeface="Arial"/>
              </a:defRPr>
            </a:lvl4pPr>
            <a:lvl5pPr>
              <a:defRPr sz="1200" b="0">
                <a:solidFill>
                  <a:srgbClr val="586554"/>
                </a:solidFill>
                <a:latin typeface="Arial"/>
                <a:ea typeface="Arial"/>
                <a:cs typeface="Arial"/>
              </a:defRPr>
            </a:lvl5pPr>
            <a:lvl6pPr>
              <a:defRPr sz="1200" b="0">
                <a:solidFill>
                  <a:srgbClr val="586554"/>
                </a:solidFill>
                <a:latin typeface="Arial"/>
                <a:ea typeface="Arial"/>
                <a:cs typeface="Arial"/>
              </a:defRPr>
            </a:lvl6pPr>
            <a:lvl7pPr>
              <a:defRPr sz="1200" b="0">
                <a:solidFill>
                  <a:srgbClr val="586554"/>
                </a:solidFill>
                <a:latin typeface="Arial"/>
                <a:ea typeface="Arial"/>
                <a:cs typeface="Arial"/>
              </a:defRPr>
            </a:lvl7pPr>
            <a:lvl8pPr>
              <a:defRPr sz="1200" b="0">
                <a:solidFill>
                  <a:srgbClr val="586554"/>
                </a:solidFill>
                <a:latin typeface="Arial"/>
                <a:ea typeface="Arial"/>
                <a:cs typeface="Arial"/>
              </a:defRPr>
            </a:lvl8pPr>
            <a:lvl9pPr>
              <a:defRPr sz="1200" b="0">
                <a:solidFill>
                  <a:srgbClr val="586554"/>
                </a:solidFill>
                <a:latin typeface="Arial"/>
                <a:ea typeface="Arial"/>
                <a:cs typeface="Arial"/>
              </a:defRPr>
            </a:lvl9pPr>
          </a:lstStyle>
          <a:p xmlns:a="http://schemas.openxmlformats.org/drawingml/2006/main">
            <a:pPr>
              <a:defRPr sz="1200" b="0">
                <a:solidFill>
                  <a:srgbClr val="586554"/>
                </a:solidFill>
                <a:latin typeface="Arial"/>
                <a:ea typeface="Arial"/>
                <a:cs typeface="Arial"/>
              </a:defRPr>
            </a:pPr>
            <a:r>
              <a:rPr sz="1200" b="0">
                <a:solidFill>
                  <a:srgbClr val="586554"/>
                </a:solidFill>
                <a:latin typeface="Arial"/>
                <a:ea typeface="Arial"/>
                <a:cs typeface="Arial"/>
              </a:rPr>
              <a:t>06  TerraCierta · Onyx</a:t>
            </a:r>
          </a:p>
        </p:txBody>
      </p:sp>
      <p:sp>
        <p:nvSpPr>
          <p:cNvPr id="3" name="">
            <a:extLst xmlns:a="http://schemas.openxmlformats.org/drawingml/2006/main">
              <a:ext uri="{FF2B5EF4-FFF2-40B4-BE49-F238E27FC236}">
                <a16:creationId xmlns:a16="http://schemas.microsoft.com/office/drawing/2014/main" id="{7A9F92DF-0BF3-4EBF-A867-93014E6161CC}"/>
              </a:ext>
            </a:extLst>
          </p:cNvPr>
          <p:cNvSpPr>
            <a:spLocks xmlns:a="http://schemas.openxmlformats.org/drawingml/2006/main" noGrp="1"/>
          </p:cNvSpPr>
          <p:nvPr/>
        </p:nvSpPr>
        <p:spPr>
          <a:xfrm xmlns:a="http://schemas.openxmlformats.org/drawingml/2006/main">
            <a:off x="609600" y="2095500"/>
            <a:ext cx="2667000" cy="1047750"/>
          </a:xfrm>
          <a:prstGeom xmlns:a="http://schemas.openxmlformats.org/drawingml/2006/main" prst="rect">
            <a:avLst/>
          </a:prstGeom>
          <a:solidFill xmlns:a="http://schemas.openxmlformats.org/drawingml/2006/main">
            <a:srgbClr val="F3EEDC"/>
          </a:solidFill>
          <a:ln xmlns:a="http://schemas.openxmlformats.org/drawingml/2006/main" w="16193">
            <a:solidFill>
              <a:srgbClr val="314130"/>
            </a:solidFill>
          </a:ln>
        </p:spPr>
        <p:txBody>
          <a:bodyPr xmlns:a="http://schemas.openxmlformats.org/drawingml/2006/main" lIns="114300" tIns="114300" rIns="114300" bIns="114300" anchor="ctr"/>
          <a:lstStyle xmlns:a="http://schemas.openxmlformats.org/drawingml/2006/main">
            <a:defPPr algn="ctr">
              <a:defRPr sz="1875">
                <a:solidFill>
                  <a:srgbClr val="314130"/>
                </a:solidFill>
                <a:latin typeface="Arial"/>
                <a:ea typeface="Arial"/>
                <a:cs typeface="Arial"/>
              </a:defRPr>
            </a:defPPr>
            <a:lvl1pPr algn="ctr">
              <a:defRPr sz="1875">
                <a:solidFill>
                  <a:srgbClr val="314130"/>
                </a:solidFill>
                <a:latin typeface="Arial"/>
                <a:ea typeface="Arial"/>
                <a:cs typeface="Arial"/>
              </a:defRPr>
            </a:lvl1pPr>
            <a:lvl2pPr algn="ctr">
              <a:defRPr sz="1875">
                <a:solidFill>
                  <a:srgbClr val="314130"/>
                </a:solidFill>
                <a:latin typeface="Arial"/>
                <a:ea typeface="Arial"/>
                <a:cs typeface="Arial"/>
              </a:defRPr>
            </a:lvl2pPr>
            <a:lvl3pPr algn="ctr">
              <a:defRPr sz="1875">
                <a:solidFill>
                  <a:srgbClr val="314130"/>
                </a:solidFill>
                <a:latin typeface="Arial"/>
                <a:ea typeface="Arial"/>
                <a:cs typeface="Arial"/>
              </a:defRPr>
            </a:lvl3pPr>
            <a:lvl4pPr algn="ctr">
              <a:defRPr sz="1875">
                <a:solidFill>
                  <a:srgbClr val="314130"/>
                </a:solidFill>
                <a:latin typeface="Arial"/>
                <a:ea typeface="Arial"/>
                <a:cs typeface="Arial"/>
              </a:defRPr>
            </a:lvl4pPr>
            <a:lvl5pPr algn="ctr">
              <a:defRPr sz="1875">
                <a:solidFill>
                  <a:srgbClr val="314130"/>
                </a:solidFill>
                <a:latin typeface="Arial"/>
                <a:ea typeface="Arial"/>
                <a:cs typeface="Arial"/>
              </a:defRPr>
            </a:lvl5pPr>
            <a:lvl6pPr algn="ctr">
              <a:defRPr sz="1875">
                <a:solidFill>
                  <a:srgbClr val="314130"/>
                </a:solidFill>
                <a:latin typeface="Arial"/>
                <a:ea typeface="Arial"/>
                <a:cs typeface="Arial"/>
              </a:defRPr>
            </a:lvl6pPr>
            <a:lvl7pPr algn="ctr">
              <a:defRPr sz="1875">
                <a:solidFill>
                  <a:srgbClr val="314130"/>
                </a:solidFill>
                <a:latin typeface="Arial"/>
                <a:ea typeface="Arial"/>
                <a:cs typeface="Arial"/>
              </a:defRPr>
            </a:lvl7pPr>
            <a:lvl8pPr algn="ctr">
              <a:defRPr sz="1875">
                <a:solidFill>
                  <a:srgbClr val="314130"/>
                </a:solidFill>
                <a:latin typeface="Arial"/>
                <a:ea typeface="Arial"/>
                <a:cs typeface="Arial"/>
              </a:defRPr>
            </a:lvl8pPr>
            <a:lvl9pPr algn="ctr">
              <a:defRPr sz="1875">
                <a:solidFill>
                  <a:srgbClr val="314130"/>
                </a:solidFill>
                <a:latin typeface="Arial"/>
                <a:ea typeface="Arial"/>
                <a:cs typeface="Arial"/>
              </a:defRPr>
            </a:lvl9pPr>
          </a:lstStyle>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Documento</a:t>
            </a:r>
          </a:p>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JSON estable</a:t>
            </a:r>
          </a:p>
        </p:txBody>
      </p:sp>
      <p:sp>
        <p:nvSpPr>
          <p:cNvPr id="4" name="">
            <a:extLst xmlns:a="http://schemas.openxmlformats.org/drawingml/2006/main">
              <a:ext uri="{FF2B5EF4-FFF2-40B4-BE49-F238E27FC236}">
                <a16:creationId xmlns:a16="http://schemas.microsoft.com/office/drawing/2014/main" id="{19F0903F-402C-4487-B3A7-C2FC7B921693}"/>
              </a:ext>
            </a:extLst>
          </p:cNvPr>
          <p:cNvSpPr>
            <a:spLocks xmlns:a="http://schemas.openxmlformats.org/drawingml/2006/main" noGrp="1"/>
          </p:cNvSpPr>
          <p:nvPr/>
        </p:nvSpPr>
        <p:spPr>
          <a:xfrm xmlns:a="http://schemas.openxmlformats.org/drawingml/2006/main">
            <a:off x="4953000" y="1524000"/>
            <a:ext cx="2857500" cy="952500"/>
          </a:xfrm>
          <a:prstGeom xmlns:a="http://schemas.openxmlformats.org/drawingml/2006/main" prst="rect">
            <a:avLst/>
          </a:prstGeom>
          <a:solidFill xmlns:a="http://schemas.openxmlformats.org/drawingml/2006/main">
            <a:srgbClr val="F3EEDC"/>
          </a:solidFill>
          <a:ln xmlns:a="http://schemas.openxmlformats.org/drawingml/2006/main" w="16193">
            <a:solidFill>
              <a:srgbClr val="314130"/>
            </a:solidFill>
          </a:ln>
        </p:spPr>
        <p:txBody>
          <a:bodyPr xmlns:a="http://schemas.openxmlformats.org/drawingml/2006/main" lIns="114300" tIns="114300" rIns="114300" bIns="114300" anchor="ctr"/>
          <a:lstStyle xmlns:a="http://schemas.openxmlformats.org/drawingml/2006/main">
            <a:defPPr algn="ctr">
              <a:defRPr sz="1875">
                <a:solidFill>
                  <a:srgbClr val="314130"/>
                </a:solidFill>
                <a:latin typeface="Arial"/>
                <a:ea typeface="Arial"/>
                <a:cs typeface="Arial"/>
              </a:defRPr>
            </a:defPPr>
            <a:lvl1pPr algn="ctr">
              <a:defRPr sz="1875">
                <a:solidFill>
                  <a:srgbClr val="314130"/>
                </a:solidFill>
                <a:latin typeface="Arial"/>
                <a:ea typeface="Arial"/>
                <a:cs typeface="Arial"/>
              </a:defRPr>
            </a:lvl1pPr>
            <a:lvl2pPr algn="ctr">
              <a:defRPr sz="1875">
                <a:solidFill>
                  <a:srgbClr val="314130"/>
                </a:solidFill>
                <a:latin typeface="Arial"/>
                <a:ea typeface="Arial"/>
                <a:cs typeface="Arial"/>
              </a:defRPr>
            </a:lvl2pPr>
            <a:lvl3pPr algn="ctr">
              <a:defRPr sz="1875">
                <a:solidFill>
                  <a:srgbClr val="314130"/>
                </a:solidFill>
                <a:latin typeface="Arial"/>
                <a:ea typeface="Arial"/>
                <a:cs typeface="Arial"/>
              </a:defRPr>
            </a:lvl3pPr>
            <a:lvl4pPr algn="ctr">
              <a:defRPr sz="1875">
                <a:solidFill>
                  <a:srgbClr val="314130"/>
                </a:solidFill>
                <a:latin typeface="Arial"/>
                <a:ea typeface="Arial"/>
                <a:cs typeface="Arial"/>
              </a:defRPr>
            </a:lvl4pPr>
            <a:lvl5pPr algn="ctr">
              <a:defRPr sz="1875">
                <a:solidFill>
                  <a:srgbClr val="314130"/>
                </a:solidFill>
                <a:latin typeface="Arial"/>
                <a:ea typeface="Arial"/>
                <a:cs typeface="Arial"/>
              </a:defRPr>
            </a:lvl5pPr>
            <a:lvl6pPr algn="ctr">
              <a:defRPr sz="1875">
                <a:solidFill>
                  <a:srgbClr val="314130"/>
                </a:solidFill>
                <a:latin typeface="Arial"/>
                <a:ea typeface="Arial"/>
                <a:cs typeface="Arial"/>
              </a:defRPr>
            </a:lvl6pPr>
            <a:lvl7pPr algn="ctr">
              <a:defRPr sz="1875">
                <a:solidFill>
                  <a:srgbClr val="314130"/>
                </a:solidFill>
                <a:latin typeface="Arial"/>
                <a:ea typeface="Arial"/>
                <a:cs typeface="Arial"/>
              </a:defRPr>
            </a:lvl7pPr>
            <a:lvl8pPr algn="ctr">
              <a:defRPr sz="1875">
                <a:solidFill>
                  <a:srgbClr val="314130"/>
                </a:solidFill>
                <a:latin typeface="Arial"/>
                <a:ea typeface="Arial"/>
                <a:cs typeface="Arial"/>
              </a:defRPr>
            </a:lvl8pPr>
            <a:lvl9pPr algn="ctr">
              <a:defRPr sz="1875">
                <a:solidFill>
                  <a:srgbClr val="314130"/>
                </a:solidFill>
                <a:latin typeface="Arial"/>
                <a:ea typeface="Arial"/>
                <a:cs typeface="Arial"/>
              </a:defRPr>
            </a:lvl9pPr>
          </a:lstStyle>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Ed25519</a:t>
            </a:r>
          </a:p>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verifica</a:t>
            </a:r>
          </a:p>
        </p:txBody>
      </p:sp>
      <p:sp>
        <p:nvSpPr>
          <p:cNvPr id="5" name="">
            <a:extLst xmlns:a="http://schemas.openxmlformats.org/drawingml/2006/main">
              <a:ext uri="{FF2B5EF4-FFF2-40B4-BE49-F238E27FC236}">
                <a16:creationId xmlns:a16="http://schemas.microsoft.com/office/drawing/2014/main" id="{2AEDE48D-E171-4CEB-B973-7DD3F3A970CF}"/>
              </a:ext>
            </a:extLst>
          </p:cNvPr>
          <p:cNvSpPr>
            <a:spLocks xmlns:a="http://schemas.openxmlformats.org/drawingml/2006/main" noGrp="1"/>
          </p:cNvSpPr>
          <p:nvPr/>
        </p:nvSpPr>
        <p:spPr>
          <a:xfrm xmlns:a="http://schemas.openxmlformats.org/drawingml/2006/main">
            <a:off x="4953000" y="3143250"/>
            <a:ext cx="2857500" cy="952500"/>
          </a:xfrm>
          <a:prstGeom xmlns:a="http://schemas.openxmlformats.org/drawingml/2006/main" prst="rect">
            <a:avLst/>
          </a:prstGeom>
          <a:solidFill xmlns:a="http://schemas.openxmlformats.org/drawingml/2006/main">
            <a:srgbClr val="314130"/>
          </a:solidFill>
          <a:ln xmlns:a="http://schemas.openxmlformats.org/drawingml/2006/main" w="16193">
            <a:solidFill>
              <a:srgbClr val="314130"/>
            </a:solidFill>
          </a:ln>
        </p:spPr>
        <p:txBody>
          <a:bodyPr xmlns:a="http://schemas.openxmlformats.org/drawingml/2006/main" lIns="114300" tIns="114300" rIns="114300" bIns="114300" anchor="ctr"/>
          <a:lstStyle xmlns:a="http://schemas.openxmlformats.org/drawingml/2006/main">
            <a:defPPr algn="ctr">
              <a:defRPr sz="1875">
                <a:solidFill>
                  <a:srgbClr val="F3EEDC"/>
                </a:solidFill>
                <a:latin typeface="Arial"/>
                <a:ea typeface="Arial"/>
                <a:cs typeface="Arial"/>
              </a:defRPr>
            </a:defPPr>
            <a:lvl1pPr algn="ctr">
              <a:defRPr sz="1875">
                <a:solidFill>
                  <a:srgbClr val="F3EEDC"/>
                </a:solidFill>
                <a:latin typeface="Arial"/>
                <a:ea typeface="Arial"/>
                <a:cs typeface="Arial"/>
              </a:defRPr>
            </a:lvl1pPr>
            <a:lvl2pPr algn="ctr">
              <a:defRPr sz="1875">
                <a:solidFill>
                  <a:srgbClr val="F3EEDC"/>
                </a:solidFill>
                <a:latin typeface="Arial"/>
                <a:ea typeface="Arial"/>
                <a:cs typeface="Arial"/>
              </a:defRPr>
            </a:lvl2pPr>
            <a:lvl3pPr algn="ctr">
              <a:defRPr sz="1875">
                <a:solidFill>
                  <a:srgbClr val="F3EEDC"/>
                </a:solidFill>
                <a:latin typeface="Arial"/>
                <a:ea typeface="Arial"/>
                <a:cs typeface="Arial"/>
              </a:defRPr>
            </a:lvl3pPr>
            <a:lvl4pPr algn="ctr">
              <a:defRPr sz="1875">
                <a:solidFill>
                  <a:srgbClr val="F3EEDC"/>
                </a:solidFill>
                <a:latin typeface="Arial"/>
                <a:ea typeface="Arial"/>
                <a:cs typeface="Arial"/>
              </a:defRPr>
            </a:lvl4pPr>
            <a:lvl5pPr algn="ctr">
              <a:defRPr sz="1875">
                <a:solidFill>
                  <a:srgbClr val="F3EEDC"/>
                </a:solidFill>
                <a:latin typeface="Arial"/>
                <a:ea typeface="Arial"/>
                <a:cs typeface="Arial"/>
              </a:defRPr>
            </a:lvl5pPr>
            <a:lvl6pPr algn="ctr">
              <a:defRPr sz="1875">
                <a:solidFill>
                  <a:srgbClr val="F3EEDC"/>
                </a:solidFill>
                <a:latin typeface="Arial"/>
                <a:ea typeface="Arial"/>
                <a:cs typeface="Arial"/>
              </a:defRPr>
            </a:lvl6pPr>
            <a:lvl7pPr algn="ctr">
              <a:defRPr sz="1875">
                <a:solidFill>
                  <a:srgbClr val="F3EEDC"/>
                </a:solidFill>
                <a:latin typeface="Arial"/>
                <a:ea typeface="Arial"/>
                <a:cs typeface="Arial"/>
              </a:defRPr>
            </a:lvl7pPr>
            <a:lvl8pPr algn="ctr">
              <a:defRPr sz="1875">
                <a:solidFill>
                  <a:srgbClr val="F3EEDC"/>
                </a:solidFill>
                <a:latin typeface="Arial"/>
                <a:ea typeface="Arial"/>
                <a:cs typeface="Arial"/>
              </a:defRPr>
            </a:lvl8pPr>
            <a:lvl9pPr algn="ctr">
              <a:defRPr sz="1875">
                <a:solidFill>
                  <a:srgbClr val="F3EEDC"/>
                </a:solidFill>
                <a:latin typeface="Arial"/>
                <a:ea typeface="Arial"/>
                <a:cs typeface="Arial"/>
              </a:defRPr>
            </a:lvl9pPr>
          </a:lstStyle>
          <a:p xmlns:a="http://schemas.openxmlformats.org/drawingml/2006/main">
            <a:pPr algn="ctr">
              <a:defRPr sz="1875">
                <a:solidFill>
                  <a:srgbClr val="F3EEDC"/>
                </a:solidFill>
                <a:latin typeface="Arial"/>
                <a:ea typeface="Arial"/>
                <a:cs typeface="Arial"/>
              </a:defRPr>
            </a:pPr>
            <a:r>
              <a:rPr sz="1875">
                <a:solidFill>
                  <a:srgbClr val="F3EEDC"/>
                </a:solidFill>
                <a:latin typeface="Arial"/>
                <a:ea typeface="Arial"/>
                <a:cs typeface="Arial"/>
              </a:rPr>
              <a:t>ML-DSA-65</a:t>
            </a:r>
          </a:p>
          <a:p xmlns:a="http://schemas.openxmlformats.org/drawingml/2006/main">
            <a:pPr algn="ctr">
              <a:defRPr sz="1875">
                <a:solidFill>
                  <a:srgbClr val="F3EEDC"/>
                </a:solidFill>
                <a:latin typeface="Arial"/>
                <a:ea typeface="Arial"/>
                <a:cs typeface="Arial"/>
              </a:defRPr>
            </a:pPr>
            <a:r>
              <a:rPr sz="1875">
                <a:solidFill>
                  <a:srgbClr val="F3EEDC"/>
                </a:solidFill>
                <a:latin typeface="Arial"/>
                <a:ea typeface="Arial"/>
                <a:cs typeface="Arial"/>
              </a:rPr>
              <a:t>verifica</a:t>
            </a:r>
          </a:p>
        </p:txBody>
      </p:sp>
      <p:sp>
        <p:nvSpPr>
          <p:cNvPr id="6" name="">
            <a:extLst xmlns:a="http://schemas.openxmlformats.org/drawingml/2006/main">
              <a:ext uri="{FF2B5EF4-FFF2-40B4-BE49-F238E27FC236}">
                <a16:creationId xmlns:a16="http://schemas.microsoft.com/office/drawing/2014/main" id="{71A72F9C-B03F-4605-872D-0F8111B291C1}"/>
              </a:ext>
            </a:extLst>
          </p:cNvPr>
          <p:cNvSpPr>
            <a:spLocks xmlns:a="http://schemas.openxmlformats.org/drawingml/2006/main" noGrp="1"/>
          </p:cNvSpPr>
          <p:nvPr/>
        </p:nvSpPr>
        <p:spPr>
          <a:xfrm xmlns:a="http://schemas.openxmlformats.org/drawingml/2006/main">
            <a:off x="9239250" y="2333625"/>
            <a:ext cx="2286000" cy="952500"/>
          </a:xfrm>
          <a:prstGeom xmlns:a="http://schemas.openxmlformats.org/drawingml/2006/main" prst="rect">
            <a:avLst/>
          </a:prstGeom>
          <a:solidFill xmlns:a="http://schemas.openxmlformats.org/drawingml/2006/main">
            <a:srgbClr val="F3EEDC"/>
          </a:solidFill>
          <a:ln xmlns:a="http://schemas.openxmlformats.org/drawingml/2006/main" w="16193">
            <a:solidFill>
              <a:srgbClr val="314130"/>
            </a:solidFill>
          </a:ln>
        </p:spPr>
        <p:txBody>
          <a:bodyPr xmlns:a="http://schemas.openxmlformats.org/drawingml/2006/main" lIns="114300" tIns="114300" rIns="114300" bIns="114300" anchor="ctr"/>
          <a:lstStyle xmlns:a="http://schemas.openxmlformats.org/drawingml/2006/main">
            <a:defPPr algn="ctr">
              <a:defRPr sz="1875">
                <a:solidFill>
                  <a:srgbClr val="314130"/>
                </a:solidFill>
                <a:latin typeface="Arial"/>
                <a:ea typeface="Arial"/>
                <a:cs typeface="Arial"/>
              </a:defRPr>
            </a:defPPr>
            <a:lvl1pPr algn="ctr">
              <a:defRPr sz="1875">
                <a:solidFill>
                  <a:srgbClr val="314130"/>
                </a:solidFill>
                <a:latin typeface="Arial"/>
                <a:ea typeface="Arial"/>
                <a:cs typeface="Arial"/>
              </a:defRPr>
            </a:lvl1pPr>
            <a:lvl2pPr algn="ctr">
              <a:defRPr sz="1875">
                <a:solidFill>
                  <a:srgbClr val="314130"/>
                </a:solidFill>
                <a:latin typeface="Arial"/>
                <a:ea typeface="Arial"/>
                <a:cs typeface="Arial"/>
              </a:defRPr>
            </a:lvl2pPr>
            <a:lvl3pPr algn="ctr">
              <a:defRPr sz="1875">
                <a:solidFill>
                  <a:srgbClr val="314130"/>
                </a:solidFill>
                <a:latin typeface="Arial"/>
                <a:ea typeface="Arial"/>
                <a:cs typeface="Arial"/>
              </a:defRPr>
            </a:lvl3pPr>
            <a:lvl4pPr algn="ctr">
              <a:defRPr sz="1875">
                <a:solidFill>
                  <a:srgbClr val="314130"/>
                </a:solidFill>
                <a:latin typeface="Arial"/>
                <a:ea typeface="Arial"/>
                <a:cs typeface="Arial"/>
              </a:defRPr>
            </a:lvl4pPr>
            <a:lvl5pPr algn="ctr">
              <a:defRPr sz="1875">
                <a:solidFill>
                  <a:srgbClr val="314130"/>
                </a:solidFill>
                <a:latin typeface="Arial"/>
                <a:ea typeface="Arial"/>
                <a:cs typeface="Arial"/>
              </a:defRPr>
            </a:lvl5pPr>
            <a:lvl6pPr algn="ctr">
              <a:defRPr sz="1875">
                <a:solidFill>
                  <a:srgbClr val="314130"/>
                </a:solidFill>
                <a:latin typeface="Arial"/>
                <a:ea typeface="Arial"/>
                <a:cs typeface="Arial"/>
              </a:defRPr>
            </a:lvl6pPr>
            <a:lvl7pPr algn="ctr">
              <a:defRPr sz="1875">
                <a:solidFill>
                  <a:srgbClr val="314130"/>
                </a:solidFill>
                <a:latin typeface="Arial"/>
                <a:ea typeface="Arial"/>
                <a:cs typeface="Arial"/>
              </a:defRPr>
            </a:lvl7pPr>
            <a:lvl8pPr algn="ctr">
              <a:defRPr sz="1875">
                <a:solidFill>
                  <a:srgbClr val="314130"/>
                </a:solidFill>
                <a:latin typeface="Arial"/>
                <a:ea typeface="Arial"/>
                <a:cs typeface="Arial"/>
              </a:defRPr>
            </a:lvl8pPr>
            <a:lvl9pPr algn="ctr">
              <a:defRPr sz="1875">
                <a:solidFill>
                  <a:srgbClr val="314130"/>
                </a:solidFill>
                <a:latin typeface="Arial"/>
                <a:ea typeface="Arial"/>
                <a:cs typeface="Arial"/>
              </a:defRPr>
            </a:lvl9pPr>
          </a:lstStyle>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Aceptación</a:t>
            </a:r>
          </a:p>
        </p:txBody>
      </p:sp>
      <p:sp>
        <p:nvSpPr>
          <p:cNvPr id="11" name="">
            <a:extLst xmlns:a="http://schemas.openxmlformats.org/drawingml/2006/main">
              <a:ext uri="{FF2B5EF4-FFF2-40B4-BE49-F238E27FC236}">
                <a16:creationId xmlns:a16="http://schemas.microsoft.com/office/drawing/2014/main" id="{69D4753C-3125-45F4-8664-7E6D2F91A481}"/>
              </a:ext>
            </a:extLst>
          </p:cNvPr>
          <p:cNvSpPr>
            <a:spLocks xmlns:a="http://schemas.openxmlformats.org/drawingml/2006/main" noGrp="1"/>
          </p:cNvSpPr>
          <p:nvPr/>
        </p:nvSpPr>
        <p:spPr>
          <a:xfrm xmlns:a="http://schemas.openxmlformats.org/drawingml/2006/main">
            <a:off x="609600" y="4762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314130"/>
                </a:solidFill>
                <a:latin typeface="Arial"/>
                <a:ea typeface="Arial"/>
                <a:cs typeface="Arial"/>
              </a:defRPr>
            </a:defPPr>
            <a:lvl1pPr>
              <a:defRPr sz="2550" b="1">
                <a:solidFill>
                  <a:srgbClr val="314130"/>
                </a:solidFill>
                <a:latin typeface="Arial"/>
                <a:ea typeface="Arial"/>
                <a:cs typeface="Arial"/>
              </a:defRPr>
            </a:lvl1pPr>
            <a:lvl2pPr>
              <a:defRPr sz="2550" b="1">
                <a:solidFill>
                  <a:srgbClr val="314130"/>
                </a:solidFill>
                <a:latin typeface="Arial"/>
                <a:ea typeface="Arial"/>
                <a:cs typeface="Arial"/>
              </a:defRPr>
            </a:lvl2pPr>
            <a:lvl3pPr>
              <a:defRPr sz="2550" b="1">
                <a:solidFill>
                  <a:srgbClr val="314130"/>
                </a:solidFill>
                <a:latin typeface="Arial"/>
                <a:ea typeface="Arial"/>
                <a:cs typeface="Arial"/>
              </a:defRPr>
            </a:lvl3pPr>
            <a:lvl4pPr>
              <a:defRPr sz="2550" b="1">
                <a:solidFill>
                  <a:srgbClr val="314130"/>
                </a:solidFill>
                <a:latin typeface="Arial"/>
                <a:ea typeface="Arial"/>
                <a:cs typeface="Arial"/>
              </a:defRPr>
            </a:lvl4pPr>
            <a:lvl5pPr>
              <a:defRPr sz="2550" b="1">
                <a:solidFill>
                  <a:srgbClr val="314130"/>
                </a:solidFill>
                <a:latin typeface="Arial"/>
                <a:ea typeface="Arial"/>
                <a:cs typeface="Arial"/>
              </a:defRPr>
            </a:lvl5pPr>
            <a:lvl6pPr>
              <a:defRPr sz="2550" b="1">
                <a:solidFill>
                  <a:srgbClr val="314130"/>
                </a:solidFill>
                <a:latin typeface="Arial"/>
                <a:ea typeface="Arial"/>
                <a:cs typeface="Arial"/>
              </a:defRPr>
            </a:lvl6pPr>
            <a:lvl7pPr>
              <a:defRPr sz="2550" b="1">
                <a:solidFill>
                  <a:srgbClr val="314130"/>
                </a:solidFill>
                <a:latin typeface="Arial"/>
                <a:ea typeface="Arial"/>
                <a:cs typeface="Arial"/>
              </a:defRPr>
            </a:lvl7pPr>
            <a:lvl8pPr>
              <a:defRPr sz="2550" b="1">
                <a:solidFill>
                  <a:srgbClr val="314130"/>
                </a:solidFill>
                <a:latin typeface="Arial"/>
                <a:ea typeface="Arial"/>
                <a:cs typeface="Arial"/>
              </a:defRPr>
            </a:lvl8pPr>
            <a:lvl9pPr>
              <a:defRPr sz="2550" b="1">
                <a:solidFill>
                  <a:srgbClr val="314130"/>
                </a:solidFill>
                <a:latin typeface="Arial"/>
                <a:ea typeface="Arial"/>
                <a:cs typeface="Arial"/>
              </a:defRPr>
            </a:lvl9pPr>
          </a:lstStyle>
          <a:p xmlns:a="http://schemas.openxmlformats.org/drawingml/2006/main">
            <a:pPr>
              <a:defRPr sz="2550" b="1">
                <a:solidFill>
                  <a:srgbClr val="314130"/>
                </a:solidFill>
                <a:latin typeface="Arial"/>
                <a:ea typeface="Arial"/>
                <a:cs typeface="Arial"/>
              </a:defRPr>
            </a:pPr>
            <a:r>
              <a:rPr sz="2550" b="1">
                <a:solidFill>
                  <a:srgbClr val="314130"/>
                </a:solidFill>
                <a:latin typeface="Arial"/>
                <a:ea typeface="Arial"/>
                <a:cs typeface="Arial"/>
              </a:rPr>
              <a:t>Aceptar = Ed válida ∧ ML-DSA válida ∧ negocio coincide</a:t>
            </a:r>
          </a:p>
        </p:txBody>
      </p:sp>
      <p:sp>
        <p:nvSpPr>
          <p:cNvPr id="12" name="">
            <a:extLst xmlns:a="http://schemas.openxmlformats.org/drawingml/2006/main">
              <a:ext uri="{FF2B5EF4-FFF2-40B4-BE49-F238E27FC236}">
                <a16:creationId xmlns:a16="http://schemas.microsoft.com/office/drawing/2014/main" id="{3F0960D2-6003-4ECD-842C-20960D0EE6EC}"/>
              </a:ext>
            </a:extLst>
          </p:cNvPr>
          <p:cNvSpPr>
            <a:spLocks xmlns:a="http://schemas.openxmlformats.org/drawingml/2006/main" noGrp="1"/>
          </p:cNvSpPr>
          <p:nvPr/>
        </p:nvSpPr>
        <p:spPr>
          <a:xfrm xmlns:a="http://schemas.openxmlformats.org/drawingml/2006/main">
            <a:off x="609600" y="55626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86554"/>
                </a:solidFill>
                <a:latin typeface="Arial"/>
                <a:ea typeface="Arial"/>
                <a:cs typeface="Arial"/>
              </a:defRPr>
            </a:defPPr>
            <a:lvl1pPr>
              <a:defRPr sz="1800" b="0">
                <a:solidFill>
                  <a:srgbClr val="586554"/>
                </a:solidFill>
                <a:latin typeface="Arial"/>
                <a:ea typeface="Arial"/>
                <a:cs typeface="Arial"/>
              </a:defRPr>
            </a:lvl1pPr>
            <a:lvl2pPr>
              <a:defRPr sz="1800" b="0">
                <a:solidFill>
                  <a:srgbClr val="586554"/>
                </a:solidFill>
                <a:latin typeface="Arial"/>
                <a:ea typeface="Arial"/>
                <a:cs typeface="Arial"/>
              </a:defRPr>
            </a:lvl2pPr>
            <a:lvl3pPr>
              <a:defRPr sz="1800" b="0">
                <a:solidFill>
                  <a:srgbClr val="586554"/>
                </a:solidFill>
                <a:latin typeface="Arial"/>
                <a:ea typeface="Arial"/>
                <a:cs typeface="Arial"/>
              </a:defRPr>
            </a:lvl3pPr>
            <a:lvl4pPr>
              <a:defRPr sz="1800" b="0">
                <a:solidFill>
                  <a:srgbClr val="586554"/>
                </a:solidFill>
                <a:latin typeface="Arial"/>
                <a:ea typeface="Arial"/>
                <a:cs typeface="Arial"/>
              </a:defRPr>
            </a:lvl4pPr>
            <a:lvl5pPr>
              <a:defRPr sz="1800" b="0">
                <a:solidFill>
                  <a:srgbClr val="586554"/>
                </a:solidFill>
                <a:latin typeface="Arial"/>
                <a:ea typeface="Arial"/>
                <a:cs typeface="Arial"/>
              </a:defRPr>
            </a:lvl5pPr>
            <a:lvl6pPr>
              <a:defRPr sz="1800" b="0">
                <a:solidFill>
                  <a:srgbClr val="586554"/>
                </a:solidFill>
                <a:latin typeface="Arial"/>
                <a:ea typeface="Arial"/>
                <a:cs typeface="Arial"/>
              </a:defRPr>
            </a:lvl6pPr>
            <a:lvl7pPr>
              <a:defRPr sz="1800" b="0">
                <a:solidFill>
                  <a:srgbClr val="586554"/>
                </a:solidFill>
                <a:latin typeface="Arial"/>
                <a:ea typeface="Arial"/>
                <a:cs typeface="Arial"/>
              </a:defRPr>
            </a:lvl7pPr>
            <a:lvl8pPr>
              <a:defRPr sz="1800" b="0">
                <a:solidFill>
                  <a:srgbClr val="586554"/>
                </a:solidFill>
                <a:latin typeface="Arial"/>
                <a:ea typeface="Arial"/>
                <a:cs typeface="Arial"/>
              </a:defRPr>
            </a:lvl8pPr>
            <a:lvl9pPr>
              <a:defRPr sz="1800" b="0">
                <a:solidFill>
                  <a:srgbClr val="586554"/>
                </a:solidFill>
                <a:latin typeface="Arial"/>
                <a:ea typeface="Arial"/>
                <a:cs typeface="Arial"/>
              </a:defRPr>
            </a:lvl9pPr>
          </a:lstStyle>
          <a:p xmlns:a="http://schemas.openxmlformats.org/drawingml/2006/main">
            <a:pPr>
              <a:defRPr sz="1800" b="0">
                <a:solidFill>
                  <a:srgbClr val="586554"/>
                </a:solidFill>
                <a:latin typeface="Arial"/>
                <a:ea typeface="Arial"/>
                <a:cs typeface="Arial"/>
              </a:defRPr>
            </a:pPr>
            <a:r>
              <a:rPr sz="1800" b="0">
                <a:solidFill>
                  <a:srgbClr val="586554"/>
                </a:solidFill>
                <a:latin typeface="Arial"/>
                <a:ea typeface="Arial"/>
                <a:cs typeface="Arial"/>
              </a:rPr>
              <a:t>Claves públicas y firmas medidas en bytes</a:t>
            </a:r>
          </a:p>
        </p:txBody>
      </p:sp>
      <p:sp>
        <p:nvSpPr>
          <p:cNvPr id="13" name="">
            <a:extLst xmlns:a="http://schemas.openxmlformats.org/drawingml/2006/main">
              <a:ext uri="{FF2B5EF4-FFF2-40B4-BE49-F238E27FC236}">
                <a16:creationId xmlns:a16="http://schemas.microsoft.com/office/drawing/2014/main" id="{5E36B5C2-65E3-480B-A2FE-FFA9ACFF48B3}"/>
              </a:ext>
            </a:extLst>
          </p:cNvPr>
          <p:cNvSpPr>
            <a:spLocks xmlns:a="http://schemas.openxmlformats.org/drawingml/2006/main" noGrp="1"/>
          </p:cNvSpPr>
          <p:nvPr/>
        </p:nvSpPr>
        <p:spPr>
          <a:xfrm xmlns:a="http://schemas.openxmlformats.org/drawingml/2006/main">
            <a:off x="609600" y="59626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9B542D"/>
                </a:solidFill>
                <a:latin typeface="Arial"/>
                <a:ea typeface="Arial"/>
                <a:cs typeface="Arial"/>
              </a:defRPr>
            </a:defPPr>
            <a:lvl1pPr>
              <a:defRPr sz="1800" b="0">
                <a:solidFill>
                  <a:srgbClr val="9B542D"/>
                </a:solidFill>
                <a:latin typeface="Arial"/>
                <a:ea typeface="Arial"/>
                <a:cs typeface="Arial"/>
              </a:defRPr>
            </a:lvl1pPr>
            <a:lvl2pPr>
              <a:defRPr sz="1800" b="0">
                <a:solidFill>
                  <a:srgbClr val="9B542D"/>
                </a:solidFill>
                <a:latin typeface="Arial"/>
                <a:ea typeface="Arial"/>
                <a:cs typeface="Arial"/>
              </a:defRPr>
            </a:lvl2pPr>
            <a:lvl3pPr>
              <a:defRPr sz="1800" b="0">
                <a:solidFill>
                  <a:srgbClr val="9B542D"/>
                </a:solidFill>
                <a:latin typeface="Arial"/>
                <a:ea typeface="Arial"/>
                <a:cs typeface="Arial"/>
              </a:defRPr>
            </a:lvl3pPr>
            <a:lvl4pPr>
              <a:defRPr sz="1800" b="0">
                <a:solidFill>
                  <a:srgbClr val="9B542D"/>
                </a:solidFill>
                <a:latin typeface="Arial"/>
                <a:ea typeface="Arial"/>
                <a:cs typeface="Arial"/>
              </a:defRPr>
            </a:lvl4pPr>
            <a:lvl5pPr>
              <a:defRPr sz="1800" b="0">
                <a:solidFill>
                  <a:srgbClr val="9B542D"/>
                </a:solidFill>
                <a:latin typeface="Arial"/>
                <a:ea typeface="Arial"/>
                <a:cs typeface="Arial"/>
              </a:defRPr>
            </a:lvl5pPr>
            <a:lvl6pPr>
              <a:defRPr sz="1800" b="0">
                <a:solidFill>
                  <a:srgbClr val="9B542D"/>
                </a:solidFill>
                <a:latin typeface="Arial"/>
                <a:ea typeface="Arial"/>
                <a:cs typeface="Arial"/>
              </a:defRPr>
            </a:lvl6pPr>
            <a:lvl7pPr>
              <a:defRPr sz="1800" b="0">
                <a:solidFill>
                  <a:srgbClr val="9B542D"/>
                </a:solidFill>
                <a:latin typeface="Arial"/>
                <a:ea typeface="Arial"/>
                <a:cs typeface="Arial"/>
              </a:defRPr>
            </a:lvl7pPr>
            <a:lvl8pPr>
              <a:defRPr sz="1800" b="0">
                <a:solidFill>
                  <a:srgbClr val="9B542D"/>
                </a:solidFill>
                <a:latin typeface="Arial"/>
                <a:ea typeface="Arial"/>
                <a:cs typeface="Arial"/>
              </a:defRPr>
            </a:lvl8pPr>
            <a:lvl9pPr>
              <a:defRPr sz="1800" b="0">
                <a:solidFill>
                  <a:srgbClr val="9B542D"/>
                </a:solidFill>
                <a:latin typeface="Arial"/>
                <a:ea typeface="Arial"/>
                <a:cs typeface="Arial"/>
              </a:defRPr>
            </a:lvl9pPr>
          </a:lstStyle>
          <a:p xmlns:a="http://schemas.openxmlformats.org/drawingml/2006/main">
            <a:pPr>
              <a:defRPr sz="1800" b="0">
                <a:solidFill>
                  <a:srgbClr val="9B542D"/>
                </a:solidFill>
                <a:latin typeface="Arial"/>
                <a:ea typeface="Arial"/>
                <a:cs typeface="Arial"/>
              </a:defRPr>
            </a:pPr>
            <a:r>
              <a:rPr sz="1800" b="0">
                <a:solidFill>
                  <a:srgbClr val="9B542D"/>
                </a:solidFill>
                <a:latin typeface="Arial"/>
                <a:ea typeface="Arial"/>
                <a:cs typeface="Arial"/>
              </a:rPr>
              <a:t>Ed25519: 32 / 64         ML-DSA-65: 1952 / 3309</a:t>
            </a:r>
          </a:p>
        </p:txBody>
      </p:sp>
    </p:spTree>
    <p:extLst>
      <p:ext uri="{BB962C8B-B14F-4D97-AF65-F5344CB8AC3E}">
        <p14:creationId xmlns:p14="http://schemas.microsoft.com/office/powerpoint/2010/main" val="990694621"/>
      </p:ext>
    </p:extLst>
  </p:cSld>
</p:sld>
</file>

<file path=ppt/slides/slide7.xml><?xml version="1.0" encoding="utf-8"?>
<p:sld xmlns:p="http://schemas.openxmlformats.org/presentationml/2006/main">
  <p:cSld>
    <p:bg>
      <p:bgPr>
        <a:solidFill xmlns:a="http://schemas.openxmlformats.org/drawingml/2006/main">
          <a:srgbClr val="F3EED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95E121-4CF2-45A9-A490-C06DCD5F57EF}"/>
              </a:ext>
            </a:extLst>
          </p:cNvPr>
          <p:cNvSpPr>
            <a:spLocks xmlns:a="http://schemas.openxmlformats.org/drawingml/2006/main" noGrp="1"/>
          </p:cNvSpPr>
          <p:nvPr/>
        </p:nvSpPr>
        <p:spPr>
          <a:xfrm xmlns:a="http://schemas.openxmlformats.org/drawingml/2006/main">
            <a:off x="609600" y="4762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0">
                <a:solidFill>
                  <a:srgbClr val="314130"/>
                </a:solidFill>
                <a:latin typeface="Georgia"/>
                <a:ea typeface="Georgia"/>
                <a:cs typeface="Georgia"/>
              </a:defRPr>
            </a:defPPr>
            <a:lvl1pPr>
              <a:defRPr sz="3300" b="0">
                <a:solidFill>
                  <a:srgbClr val="314130"/>
                </a:solidFill>
                <a:latin typeface="Georgia"/>
                <a:ea typeface="Georgia"/>
                <a:cs typeface="Georgia"/>
              </a:defRPr>
            </a:lvl1pPr>
            <a:lvl2pPr>
              <a:defRPr sz="3300" b="0">
                <a:solidFill>
                  <a:srgbClr val="314130"/>
                </a:solidFill>
                <a:latin typeface="Georgia"/>
                <a:ea typeface="Georgia"/>
                <a:cs typeface="Georgia"/>
              </a:defRPr>
            </a:lvl2pPr>
            <a:lvl3pPr>
              <a:defRPr sz="3300" b="0">
                <a:solidFill>
                  <a:srgbClr val="314130"/>
                </a:solidFill>
                <a:latin typeface="Georgia"/>
                <a:ea typeface="Georgia"/>
                <a:cs typeface="Georgia"/>
              </a:defRPr>
            </a:lvl3pPr>
            <a:lvl4pPr>
              <a:defRPr sz="3300" b="0">
                <a:solidFill>
                  <a:srgbClr val="314130"/>
                </a:solidFill>
                <a:latin typeface="Georgia"/>
                <a:ea typeface="Georgia"/>
                <a:cs typeface="Georgia"/>
              </a:defRPr>
            </a:lvl4pPr>
            <a:lvl5pPr>
              <a:defRPr sz="3300" b="0">
                <a:solidFill>
                  <a:srgbClr val="314130"/>
                </a:solidFill>
                <a:latin typeface="Georgia"/>
                <a:ea typeface="Georgia"/>
                <a:cs typeface="Georgia"/>
              </a:defRPr>
            </a:lvl5pPr>
            <a:lvl6pPr>
              <a:defRPr sz="3300" b="0">
                <a:solidFill>
                  <a:srgbClr val="314130"/>
                </a:solidFill>
                <a:latin typeface="Georgia"/>
                <a:ea typeface="Georgia"/>
                <a:cs typeface="Georgia"/>
              </a:defRPr>
            </a:lvl6pPr>
            <a:lvl7pPr>
              <a:defRPr sz="3300" b="0">
                <a:solidFill>
                  <a:srgbClr val="314130"/>
                </a:solidFill>
                <a:latin typeface="Georgia"/>
                <a:ea typeface="Georgia"/>
                <a:cs typeface="Georgia"/>
              </a:defRPr>
            </a:lvl7pPr>
            <a:lvl8pPr>
              <a:defRPr sz="3300" b="0">
                <a:solidFill>
                  <a:srgbClr val="314130"/>
                </a:solidFill>
                <a:latin typeface="Georgia"/>
                <a:ea typeface="Georgia"/>
                <a:cs typeface="Georgia"/>
              </a:defRPr>
            </a:lvl8pPr>
            <a:lvl9pPr>
              <a:defRPr sz="3300" b="0">
                <a:solidFill>
                  <a:srgbClr val="314130"/>
                </a:solidFill>
                <a:latin typeface="Georgia"/>
                <a:ea typeface="Georgia"/>
                <a:cs typeface="Georgia"/>
              </a:defRPr>
            </a:lvl9pPr>
          </a:lstStyle>
          <a:p xmlns:a="http://schemas.openxmlformats.org/drawingml/2006/main">
            <a:pPr>
              <a:defRPr sz="3300" b="0">
                <a:solidFill>
                  <a:srgbClr val="314130"/>
                </a:solidFill>
                <a:latin typeface="Georgia"/>
                <a:ea typeface="Georgia"/>
                <a:cs typeface="Georgia"/>
              </a:defRPr>
            </a:pPr>
            <a:r>
              <a:rPr sz="3300" b="0">
                <a:solidFill>
                  <a:srgbClr val="314130"/>
                </a:solidFill>
                <a:latin typeface="Georgia"/>
                <a:ea typeface="Georgia"/>
                <a:cs typeface="Georgia"/>
              </a:rPr>
              <a:t>El escudo compara resultados reproducibles</a:t>
            </a:r>
          </a:p>
        </p:txBody>
      </p:sp>
      <p:sp>
        <p:nvSpPr>
          <p:cNvPr id="2" name="">
            <a:extLst xmlns:a="http://schemas.openxmlformats.org/drawingml/2006/main">
              <a:ext uri="{FF2B5EF4-FFF2-40B4-BE49-F238E27FC236}">
                <a16:creationId xmlns:a16="http://schemas.microsoft.com/office/drawing/2014/main" id="{6AE5C22C-7F0F-48FF-9813-E5EF1BC43072}"/>
              </a:ext>
            </a:extLst>
          </p:cNvPr>
          <p:cNvSpPr>
            <a:spLocks xmlns:a="http://schemas.openxmlformats.org/drawingml/2006/main" noGrp="1"/>
          </p:cNvSpPr>
          <p:nvPr/>
        </p:nvSpPr>
        <p:spPr>
          <a:xfrm xmlns:a="http://schemas.openxmlformats.org/drawingml/2006/main">
            <a:off x="609600" y="641985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86554"/>
                </a:solidFill>
                <a:latin typeface="Arial"/>
                <a:ea typeface="Arial"/>
                <a:cs typeface="Arial"/>
              </a:defRPr>
            </a:defPPr>
            <a:lvl1pPr>
              <a:defRPr sz="1200" b="0">
                <a:solidFill>
                  <a:srgbClr val="586554"/>
                </a:solidFill>
                <a:latin typeface="Arial"/>
                <a:ea typeface="Arial"/>
                <a:cs typeface="Arial"/>
              </a:defRPr>
            </a:lvl1pPr>
            <a:lvl2pPr>
              <a:defRPr sz="1200" b="0">
                <a:solidFill>
                  <a:srgbClr val="586554"/>
                </a:solidFill>
                <a:latin typeface="Arial"/>
                <a:ea typeface="Arial"/>
                <a:cs typeface="Arial"/>
              </a:defRPr>
            </a:lvl2pPr>
            <a:lvl3pPr>
              <a:defRPr sz="1200" b="0">
                <a:solidFill>
                  <a:srgbClr val="586554"/>
                </a:solidFill>
                <a:latin typeface="Arial"/>
                <a:ea typeface="Arial"/>
                <a:cs typeface="Arial"/>
              </a:defRPr>
            </a:lvl3pPr>
            <a:lvl4pPr>
              <a:defRPr sz="1200" b="0">
                <a:solidFill>
                  <a:srgbClr val="586554"/>
                </a:solidFill>
                <a:latin typeface="Arial"/>
                <a:ea typeface="Arial"/>
                <a:cs typeface="Arial"/>
              </a:defRPr>
            </a:lvl4pPr>
            <a:lvl5pPr>
              <a:defRPr sz="1200" b="0">
                <a:solidFill>
                  <a:srgbClr val="586554"/>
                </a:solidFill>
                <a:latin typeface="Arial"/>
                <a:ea typeface="Arial"/>
                <a:cs typeface="Arial"/>
              </a:defRPr>
            </a:lvl5pPr>
            <a:lvl6pPr>
              <a:defRPr sz="1200" b="0">
                <a:solidFill>
                  <a:srgbClr val="586554"/>
                </a:solidFill>
                <a:latin typeface="Arial"/>
                <a:ea typeface="Arial"/>
                <a:cs typeface="Arial"/>
              </a:defRPr>
            </a:lvl6pPr>
            <a:lvl7pPr>
              <a:defRPr sz="1200" b="0">
                <a:solidFill>
                  <a:srgbClr val="586554"/>
                </a:solidFill>
                <a:latin typeface="Arial"/>
                <a:ea typeface="Arial"/>
                <a:cs typeface="Arial"/>
              </a:defRPr>
            </a:lvl7pPr>
            <a:lvl8pPr>
              <a:defRPr sz="1200" b="0">
                <a:solidFill>
                  <a:srgbClr val="586554"/>
                </a:solidFill>
                <a:latin typeface="Arial"/>
                <a:ea typeface="Arial"/>
                <a:cs typeface="Arial"/>
              </a:defRPr>
            </a:lvl8pPr>
            <a:lvl9pPr>
              <a:defRPr sz="1200" b="0">
                <a:solidFill>
                  <a:srgbClr val="586554"/>
                </a:solidFill>
                <a:latin typeface="Arial"/>
                <a:ea typeface="Arial"/>
                <a:cs typeface="Arial"/>
              </a:defRPr>
            </a:lvl9pPr>
          </a:lstStyle>
          <a:p xmlns:a="http://schemas.openxmlformats.org/drawingml/2006/main">
            <a:pPr>
              <a:defRPr sz="1200" b="0">
                <a:solidFill>
                  <a:srgbClr val="586554"/>
                </a:solidFill>
                <a:latin typeface="Arial"/>
                <a:ea typeface="Arial"/>
                <a:cs typeface="Arial"/>
              </a:defRPr>
            </a:pPr>
            <a:r>
              <a:rPr sz="1200" b="0">
                <a:solidFill>
                  <a:srgbClr val="586554"/>
                </a:solidFill>
                <a:latin typeface="Arial"/>
                <a:ea typeface="Arial"/>
                <a:cs typeface="Arial"/>
              </a:rPr>
              <a:t>07  TerraCierta · Onyx</a:t>
            </a:r>
          </a:p>
        </p:txBody>
      </p:sp>
      <p:graphicFrame>
        <p:nvGraphicFramePr>
          <p:cNvPr id="3" name="">
            <a:extLst xmlns:a="http://schemas.openxmlformats.org/drawingml/2006/main">
              <a:ext uri="{FF2B5EF4-FFF2-40B4-BE49-F238E27FC236}">
                <a16:creationId xmlns:a16="http://schemas.microsoft.com/office/drawing/2014/main" id="{DB9F9829-642C-44CC-9877-D8F3554893CD}"/>
              </a:ext>
            </a:extLst>
          </p:cNvPr>
          <p:cNvGraphicFramePr/>
          <p:nvPr/>
        </p:nvGraphicFramePr>
        <p:xfrm>
          <a:off xmlns:a="http://schemas.openxmlformats.org/drawingml/2006/main" x="609600" y="1647825"/>
          <a:ext xmlns:a="http://schemas.openxmlformats.org/drawingml/2006/main" cx="10972800" cy="2800350"/>
        </p:xfrm>
        <a:graphic xmlns:a="http://schemas.openxmlformats.org/drawingml/2006/main">
          <a:graphicData uri="http://schemas.openxmlformats.org/drawingml/2006/table">
            <a:tbl>
              <a:tblPr/>
              <a:tblGrid>
                <a:gridCol w="2476500"/>
                <a:gridCol w="4667250"/>
                <a:gridCol w="3829050"/>
              </a:tblGrid>
              <a:tr h="933450">
                <a:tc>
                  <a:txBody>
                    <a:bodyPr lIns="95250" tIns="95250" rIns="95250" bIns="95250"/>
                    <a:lstStyle/>
                    <a:p>
                      <a:r>
                        <a:rPr sz="1875" b="1">
                          <a:solidFill>
                            <a:srgbClr val="F3EEDC"/>
                          </a:solidFill>
                          <a:latin typeface="Arial"/>
                          <a:ea typeface="Arial"/>
                          <a:cs typeface="Arial"/>
                        </a:rPr>
                        <a:t>Experimento</a:t>
                      </a:r>
                    </a:p>
                  </a:txBody>
                  <a:tcPr marL="76200" marR="76200" marT="38100" marB="38100" anchor="ctr">
                    <a:lnL w="6191">
                      <a:solidFill>
                        <a:srgbClr val="CBBF9F"/>
                      </a:solidFill>
                      <a:prstDash val="solid"/>
                    </a:lnL>
                    <a:lnR w="6191">
                      <a:solidFill>
                        <a:srgbClr val="CBBF9F"/>
                      </a:solidFill>
                      <a:prstDash val="solid"/>
                    </a:lnR>
                    <a:lnT w="6191">
                      <a:solidFill>
                        <a:srgbClr val="CBBF9F"/>
                      </a:solidFill>
                      <a:prstDash val="solid"/>
                    </a:lnT>
                    <a:lnB w="6191">
                      <a:solidFill>
                        <a:srgbClr val="CBBF9F"/>
                      </a:solidFill>
                      <a:prstDash val="solid"/>
                    </a:lnB>
                    <a:solidFill>
                      <a:srgbClr val="314130"/>
                    </a:solidFill>
                  </a:tcPr>
                </a:tc>
                <a:tc>
                  <a:txBody>
                    <a:bodyPr lIns="95250" tIns="95250" rIns="95250" bIns="95250"/>
                    <a:lstStyle/>
                    <a:p>
                      <a:r>
                        <a:rPr sz="1875" b="1">
                          <a:solidFill>
                            <a:srgbClr val="F3EEDC"/>
                          </a:solidFill>
                          <a:latin typeface="Arial"/>
                          <a:ea typeface="Arial"/>
                          <a:cs typeface="Arial"/>
                        </a:rPr>
                        <a:t>Cálculo real</a:t>
                      </a:r>
                    </a:p>
                  </a:txBody>
                  <a:tcPr marL="76200" marR="76200" marT="38100" marB="38100" anchor="ctr">
                    <a:lnR w="6191">
                      <a:solidFill>
                        <a:srgbClr val="CBBF9F"/>
                      </a:solidFill>
                      <a:prstDash val="solid"/>
                    </a:lnR>
                    <a:lnT w="6191">
                      <a:solidFill>
                        <a:srgbClr val="CBBF9F"/>
                      </a:solidFill>
                      <a:prstDash val="solid"/>
                    </a:lnT>
                    <a:lnB w="6191">
                      <a:solidFill>
                        <a:srgbClr val="CBBF9F"/>
                      </a:solidFill>
                      <a:prstDash val="solid"/>
                    </a:lnB>
                    <a:solidFill>
                      <a:srgbClr val="314130"/>
                    </a:solidFill>
                  </a:tcPr>
                </a:tc>
                <a:tc>
                  <a:txBody>
                    <a:bodyPr lIns="95250" tIns="95250" rIns="95250" bIns="95250"/>
                    <a:lstStyle/>
                    <a:p>
                      <a:r>
                        <a:rPr sz="1875" b="1">
                          <a:solidFill>
                            <a:srgbClr val="F3EEDC"/>
                          </a:solidFill>
                          <a:latin typeface="Arial"/>
                          <a:ea typeface="Arial"/>
                          <a:cs typeface="Arial"/>
                        </a:rPr>
                        <a:t>Supuesto explícito</a:t>
                      </a:r>
                    </a:p>
                  </a:txBody>
                  <a:tcPr marL="76200" marR="76200" marT="38100" marB="38100" anchor="ctr">
                    <a:lnR w="6191">
                      <a:solidFill>
                        <a:srgbClr val="CBBF9F"/>
                      </a:solidFill>
                      <a:prstDash val="solid"/>
                    </a:lnR>
                    <a:lnT w="6191">
                      <a:solidFill>
                        <a:srgbClr val="CBBF9F"/>
                      </a:solidFill>
                      <a:prstDash val="solid"/>
                    </a:lnT>
                    <a:lnB w="6191">
                      <a:solidFill>
                        <a:srgbClr val="CBBF9F"/>
                      </a:solidFill>
                      <a:prstDash val="solid"/>
                    </a:lnB>
                    <a:solidFill>
                      <a:srgbClr val="314130"/>
                    </a:solidFill>
                  </a:tcPr>
                </a:tc>
              </a:tr>
              <a:tr h="933450">
                <a:tc>
                  <a:txBody>
                    <a:bodyPr lIns="95250" tIns="95250" rIns="95250" bIns="95250"/>
                    <a:lstStyle/>
                    <a:p>
                      <a:r>
                        <a:rPr sz="1875" b="0">
                          <a:solidFill>
                            <a:srgbClr val="263326"/>
                          </a:solidFill>
                          <a:latin typeface="Arial"/>
                          <a:ea typeface="Arial"/>
                          <a:cs typeface="Arial"/>
                        </a:rPr>
                        <a:t>Confidencialidad</a:t>
                      </a:r>
                    </a:p>
                  </a:txBody>
                  <a:tcPr marL="76200" marR="76200" marT="38100" marB="38100" anchor="ctr">
                    <a:lnL w="6191">
                      <a:solidFill>
                        <a:srgbClr val="CBBF9F"/>
                      </a:solidFill>
                      <a:prstDash val="solid"/>
                    </a:lnL>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875" b="0">
                          <a:solidFill>
                            <a:srgbClr val="263326"/>
                          </a:solidFill>
                          <a:latin typeface="Arial"/>
                          <a:ea typeface="Arial"/>
                          <a:cs typeface="Arial"/>
                        </a:rPr>
                        <a:t>ECDH y ML-KEM, AES-GCM</a:t>
                      </a:r>
                    </a:p>
                    <a:p>
                      <a:r>
                        <a:rPr sz="1875" b="0">
                          <a:solidFill>
                            <a:srgbClr val="263326"/>
                          </a:solidFill>
                          <a:latin typeface="Arial"/>
                          <a:ea typeface="Arial"/>
                          <a:cs typeface="Arial"/>
                        </a:rPr>
                        <a:t>Ida y vuelta y bit alterado</a:t>
                      </a:r>
                    </a:p>
                  </a:txBody>
                  <a:tcPr marL="76200" marR="76200" marT="38100" marB="38100" anchor="ctr">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875" b="0">
                          <a:solidFill>
                            <a:srgbClr val="263326"/>
                          </a:solidFill>
                          <a:latin typeface="Arial"/>
                          <a:ea typeface="Arial"/>
                          <a:cs typeface="Arial"/>
                        </a:rPr>
                        <a:t>El atacante obtiene la</a:t>
                      </a:r>
                    </a:p>
                    <a:p>
                      <a:r>
                        <a:rPr sz="1875" b="0">
                          <a:solidFill>
                            <a:srgbClr val="263326"/>
                          </a:solidFill>
                          <a:latin typeface="Arial"/>
                          <a:ea typeface="Arial"/>
                          <a:cs typeface="Arial"/>
                        </a:rPr>
                        <a:t>clave ECDH de prueba</a:t>
                      </a:r>
                    </a:p>
                  </a:txBody>
                  <a:tcPr marL="76200" marR="76200" marT="38100" marB="38100" anchor="ctr">
                    <a:lnR w="6191">
                      <a:solidFill>
                        <a:srgbClr val="CBBF9F"/>
                      </a:solidFill>
                      <a:prstDash val="solid"/>
                    </a:lnR>
                    <a:lnB w="6191">
                      <a:solidFill>
                        <a:srgbClr val="CBBF9F"/>
                      </a:solidFill>
                      <a:prstDash val="solid"/>
                    </a:lnB>
                    <a:solidFill>
                      <a:srgbClr val="F3EEDC"/>
                    </a:solidFill>
                  </a:tcPr>
                </a:tc>
              </a:tr>
              <a:tr h="933450">
                <a:tc>
                  <a:txBody>
                    <a:bodyPr lIns="95250" tIns="95250" rIns="95250" bIns="95250"/>
                    <a:lstStyle/>
                    <a:p>
                      <a:r>
                        <a:rPr sz="1875" b="0">
                          <a:solidFill>
                            <a:srgbClr val="263326"/>
                          </a:solidFill>
                          <a:latin typeface="Arial"/>
                          <a:ea typeface="Arial"/>
                          <a:cs typeface="Arial"/>
                        </a:rPr>
                        <a:t>Integridad</a:t>
                      </a:r>
                    </a:p>
                  </a:txBody>
                  <a:tcPr marL="76200" marR="76200" marT="38100" marB="38100" anchor="ctr">
                    <a:lnL w="6191">
                      <a:solidFill>
                        <a:srgbClr val="CBBF9F"/>
                      </a:solidFill>
                      <a:prstDash val="solid"/>
                    </a:lnL>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875" b="0">
                          <a:solidFill>
                            <a:srgbClr val="263326"/>
                          </a:solidFill>
                          <a:latin typeface="Arial"/>
                          <a:ea typeface="Arial"/>
                          <a:cs typeface="Arial"/>
                        </a:rPr>
                        <a:t>Receptor modificado y firma Ed</a:t>
                      </a:r>
                    </a:p>
                    <a:p>
                      <a:r>
                        <a:rPr sz="1875" b="0">
                          <a:solidFill>
                            <a:srgbClr val="263326"/>
                          </a:solidFill>
                          <a:latin typeface="Arial"/>
                          <a:ea typeface="Arial"/>
                          <a:cs typeface="Arial"/>
                        </a:rPr>
                        <a:t>ML-DSA detecta la alteración</a:t>
                      </a:r>
                    </a:p>
                  </a:txBody>
                  <a:tcPr marL="76200" marR="76200" marT="38100" marB="38100" anchor="ctr">
                    <a:lnR w="6191">
                      <a:solidFill>
                        <a:srgbClr val="CBBF9F"/>
                      </a:solidFill>
                      <a:prstDash val="solid"/>
                    </a:lnR>
                    <a:lnB w="6191">
                      <a:solidFill>
                        <a:srgbClr val="CBBF9F"/>
                      </a:solidFill>
                      <a:prstDash val="solid"/>
                    </a:lnB>
                    <a:solidFill>
                      <a:srgbClr val="F3EEDC"/>
                    </a:solidFill>
                  </a:tcPr>
                </a:tc>
                <a:tc>
                  <a:txBody>
                    <a:bodyPr lIns="95250" tIns="95250" rIns="95250" bIns="95250"/>
                    <a:lstStyle/>
                    <a:p>
                      <a:r>
                        <a:rPr sz="1875" b="0">
                          <a:solidFill>
                            <a:srgbClr val="263326"/>
                          </a:solidFill>
                          <a:latin typeface="Arial"/>
                          <a:ea typeface="Arial"/>
                          <a:cs typeface="Arial"/>
                        </a:rPr>
                        <a:t>El atacante obtiene la</a:t>
                      </a:r>
                    </a:p>
                    <a:p>
                      <a:r>
                        <a:rPr sz="1875" b="0">
                          <a:solidFill>
                            <a:srgbClr val="263326"/>
                          </a:solidFill>
                          <a:latin typeface="Arial"/>
                          <a:ea typeface="Arial"/>
                          <a:cs typeface="Arial"/>
                        </a:rPr>
                        <a:t>clave Ed25519 de prueba</a:t>
                      </a:r>
                    </a:p>
                  </a:txBody>
                  <a:tcPr marL="76200" marR="76200" marT="38100" marB="38100" anchor="ctr">
                    <a:lnR w="6191">
                      <a:solidFill>
                        <a:srgbClr val="CBBF9F"/>
                      </a:solidFill>
                      <a:prstDash val="solid"/>
                    </a:lnR>
                    <a:lnB w="6191">
                      <a:solidFill>
                        <a:srgbClr val="CBBF9F"/>
                      </a:solidFill>
                      <a:prstDash val="solid"/>
                    </a:lnB>
                    <a:solidFill>
                      <a:srgbClr val="F3EEDC"/>
                    </a:solidFill>
                  </a:tcPr>
                </a:tc>
              </a:tr>
            </a:tbl>
          </a:graphicData>
        </a:graphic>
      </p:graphicFrame>
      <p:sp>
        <p:nvSpPr>
          <p:cNvPr id="4" name="">
            <a:extLst xmlns:a="http://schemas.openxmlformats.org/drawingml/2006/main">
              <a:ext uri="{FF2B5EF4-FFF2-40B4-BE49-F238E27FC236}">
                <a16:creationId xmlns:a16="http://schemas.microsoft.com/office/drawing/2014/main" id="{3C4EC287-184E-447D-A576-5524295F5256}"/>
              </a:ext>
            </a:extLst>
          </p:cNvPr>
          <p:cNvSpPr>
            <a:spLocks xmlns:a="http://schemas.openxmlformats.org/drawingml/2006/main" noGrp="1"/>
          </p:cNvSpPr>
          <p:nvPr/>
        </p:nvSpPr>
        <p:spPr>
          <a:xfrm xmlns:a="http://schemas.openxmlformats.org/drawingml/2006/main">
            <a:off x="609600" y="48958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14130"/>
                </a:solidFill>
                <a:latin typeface="Arial"/>
                <a:ea typeface="Arial"/>
                <a:cs typeface="Arial"/>
              </a:defRPr>
            </a:defPPr>
            <a:lvl1pPr>
              <a:defRPr sz="2325" b="1">
                <a:solidFill>
                  <a:srgbClr val="314130"/>
                </a:solidFill>
                <a:latin typeface="Arial"/>
                <a:ea typeface="Arial"/>
                <a:cs typeface="Arial"/>
              </a:defRPr>
            </a:lvl1pPr>
            <a:lvl2pPr>
              <a:defRPr sz="2325" b="1">
                <a:solidFill>
                  <a:srgbClr val="314130"/>
                </a:solidFill>
                <a:latin typeface="Arial"/>
                <a:ea typeface="Arial"/>
                <a:cs typeface="Arial"/>
              </a:defRPr>
            </a:lvl2pPr>
            <a:lvl3pPr>
              <a:defRPr sz="2325" b="1">
                <a:solidFill>
                  <a:srgbClr val="314130"/>
                </a:solidFill>
                <a:latin typeface="Arial"/>
                <a:ea typeface="Arial"/>
                <a:cs typeface="Arial"/>
              </a:defRPr>
            </a:lvl3pPr>
            <a:lvl4pPr>
              <a:defRPr sz="2325" b="1">
                <a:solidFill>
                  <a:srgbClr val="314130"/>
                </a:solidFill>
                <a:latin typeface="Arial"/>
                <a:ea typeface="Arial"/>
                <a:cs typeface="Arial"/>
              </a:defRPr>
            </a:lvl4pPr>
            <a:lvl5pPr>
              <a:defRPr sz="2325" b="1">
                <a:solidFill>
                  <a:srgbClr val="314130"/>
                </a:solidFill>
                <a:latin typeface="Arial"/>
                <a:ea typeface="Arial"/>
                <a:cs typeface="Arial"/>
              </a:defRPr>
            </a:lvl5pPr>
            <a:lvl6pPr>
              <a:defRPr sz="2325" b="1">
                <a:solidFill>
                  <a:srgbClr val="314130"/>
                </a:solidFill>
                <a:latin typeface="Arial"/>
                <a:ea typeface="Arial"/>
                <a:cs typeface="Arial"/>
              </a:defRPr>
            </a:lvl6pPr>
            <a:lvl7pPr>
              <a:defRPr sz="2325" b="1">
                <a:solidFill>
                  <a:srgbClr val="314130"/>
                </a:solidFill>
                <a:latin typeface="Arial"/>
                <a:ea typeface="Arial"/>
                <a:cs typeface="Arial"/>
              </a:defRPr>
            </a:lvl7pPr>
            <a:lvl8pPr>
              <a:defRPr sz="2325" b="1">
                <a:solidFill>
                  <a:srgbClr val="314130"/>
                </a:solidFill>
                <a:latin typeface="Arial"/>
                <a:ea typeface="Arial"/>
                <a:cs typeface="Arial"/>
              </a:defRPr>
            </a:lvl8pPr>
            <a:lvl9pPr>
              <a:defRPr sz="2325" b="1">
                <a:solidFill>
                  <a:srgbClr val="314130"/>
                </a:solidFill>
                <a:latin typeface="Arial"/>
                <a:ea typeface="Arial"/>
                <a:cs typeface="Arial"/>
              </a:defRPr>
            </a:lvl9pPr>
          </a:lstStyle>
          <a:p xmlns:a="http://schemas.openxmlformats.org/drawingml/2006/main">
            <a:pPr>
              <a:defRPr sz="2325" b="1">
                <a:solidFill>
                  <a:srgbClr val="314130"/>
                </a:solidFill>
                <a:latin typeface="Arial"/>
                <a:ea typeface="Arial"/>
                <a:cs typeface="Arial"/>
              </a:defRPr>
            </a:pPr>
            <a:r>
              <a:rPr sz="2325" b="1">
                <a:solidFill>
                  <a:srgbClr val="314130"/>
                </a:solidFill>
                <a:latin typeface="Arial"/>
                <a:ea typeface="Arial"/>
                <a:cs typeface="Arial"/>
              </a:rPr>
              <a:t>Claves nuevas. Mismo caso al cambiar el escudo.</a:t>
            </a:r>
          </a:p>
        </p:txBody>
      </p:sp>
      <p:sp>
        <p:nvSpPr>
          <p:cNvPr id="5" name="">
            <a:extLst xmlns:a="http://schemas.openxmlformats.org/drawingml/2006/main">
              <a:ext uri="{FF2B5EF4-FFF2-40B4-BE49-F238E27FC236}">
                <a16:creationId xmlns:a16="http://schemas.microsoft.com/office/drawing/2014/main" id="{EDDE3F4F-6BA3-4E6D-84C8-A2B0BD8ADBC0}"/>
              </a:ext>
            </a:extLst>
          </p:cNvPr>
          <p:cNvSpPr>
            <a:spLocks xmlns:a="http://schemas.openxmlformats.org/drawingml/2006/main" noGrp="1"/>
          </p:cNvSpPr>
          <p:nvPr/>
        </p:nvSpPr>
        <p:spPr>
          <a:xfrm xmlns:a="http://schemas.openxmlformats.org/drawingml/2006/main">
            <a:off x="609600" y="551497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86554"/>
                </a:solidFill>
                <a:latin typeface="Arial"/>
                <a:ea typeface="Arial"/>
                <a:cs typeface="Arial"/>
              </a:defRPr>
            </a:defPPr>
            <a:lvl1pPr>
              <a:defRPr sz="1875" b="0">
                <a:solidFill>
                  <a:srgbClr val="586554"/>
                </a:solidFill>
                <a:latin typeface="Arial"/>
                <a:ea typeface="Arial"/>
                <a:cs typeface="Arial"/>
              </a:defRPr>
            </a:lvl1pPr>
            <a:lvl2pPr>
              <a:defRPr sz="1875" b="0">
                <a:solidFill>
                  <a:srgbClr val="586554"/>
                </a:solidFill>
                <a:latin typeface="Arial"/>
                <a:ea typeface="Arial"/>
                <a:cs typeface="Arial"/>
              </a:defRPr>
            </a:lvl2pPr>
            <a:lvl3pPr>
              <a:defRPr sz="1875" b="0">
                <a:solidFill>
                  <a:srgbClr val="586554"/>
                </a:solidFill>
                <a:latin typeface="Arial"/>
                <a:ea typeface="Arial"/>
                <a:cs typeface="Arial"/>
              </a:defRPr>
            </a:lvl3pPr>
            <a:lvl4pPr>
              <a:defRPr sz="1875" b="0">
                <a:solidFill>
                  <a:srgbClr val="586554"/>
                </a:solidFill>
                <a:latin typeface="Arial"/>
                <a:ea typeface="Arial"/>
                <a:cs typeface="Arial"/>
              </a:defRPr>
            </a:lvl4pPr>
            <a:lvl5pPr>
              <a:defRPr sz="1875" b="0">
                <a:solidFill>
                  <a:srgbClr val="586554"/>
                </a:solidFill>
                <a:latin typeface="Arial"/>
                <a:ea typeface="Arial"/>
                <a:cs typeface="Arial"/>
              </a:defRPr>
            </a:lvl5pPr>
            <a:lvl6pPr>
              <a:defRPr sz="1875" b="0">
                <a:solidFill>
                  <a:srgbClr val="586554"/>
                </a:solidFill>
                <a:latin typeface="Arial"/>
                <a:ea typeface="Arial"/>
                <a:cs typeface="Arial"/>
              </a:defRPr>
            </a:lvl6pPr>
            <a:lvl7pPr>
              <a:defRPr sz="1875" b="0">
                <a:solidFill>
                  <a:srgbClr val="586554"/>
                </a:solidFill>
                <a:latin typeface="Arial"/>
                <a:ea typeface="Arial"/>
                <a:cs typeface="Arial"/>
              </a:defRPr>
            </a:lvl7pPr>
            <a:lvl8pPr>
              <a:defRPr sz="1875" b="0">
                <a:solidFill>
                  <a:srgbClr val="586554"/>
                </a:solidFill>
                <a:latin typeface="Arial"/>
                <a:ea typeface="Arial"/>
                <a:cs typeface="Arial"/>
              </a:defRPr>
            </a:lvl8pPr>
            <a:lvl9pPr>
              <a:defRPr sz="1875" b="0">
                <a:solidFill>
                  <a:srgbClr val="586554"/>
                </a:solidFill>
                <a:latin typeface="Arial"/>
                <a:ea typeface="Arial"/>
                <a:cs typeface="Arial"/>
              </a:defRPr>
            </a:lvl9pPr>
          </a:lstStyle>
          <a:p xmlns:a="http://schemas.openxmlformats.org/drawingml/2006/main">
            <a:pPr>
              <a:defRPr sz="1875" b="0">
                <a:solidFill>
                  <a:srgbClr val="586554"/>
                </a:solidFill>
                <a:latin typeface="Arial"/>
                <a:ea typeface="Arial"/>
                <a:cs typeface="Arial"/>
              </a:defRPr>
            </a:pPr>
            <a:r>
              <a:rPr sz="1875" b="0">
                <a:solidFill>
                  <a:srgbClr val="586554"/>
                </a:solidFill>
                <a:latin typeface="Arial"/>
                <a:ea typeface="Arial"/>
                <a:cs typeface="Arial"/>
              </a:rPr>
              <a:t>El laboratorio muestra una consecuencia bajo un supuesto de compromiso.</a:t>
            </a:r>
          </a:p>
          <a:p xmlns:a="http://schemas.openxmlformats.org/drawingml/2006/main">
            <a:pPr>
              <a:defRPr sz="1875" b="0">
                <a:solidFill>
                  <a:srgbClr val="586554"/>
                </a:solidFill>
                <a:latin typeface="Arial"/>
                <a:ea typeface="Arial"/>
                <a:cs typeface="Arial"/>
              </a:defRPr>
            </a:pPr>
            <a:r>
              <a:rPr sz="1875" b="0">
                <a:solidFill>
                  <a:srgbClr val="586554"/>
                </a:solidFill>
                <a:latin typeface="Arial"/>
                <a:ea typeface="Arial"/>
                <a:cs typeface="Arial"/>
              </a:rPr>
              <a:t>La resistencia de los algoritmos requiere análisis criptográfico externo.</a:t>
            </a:r>
          </a:p>
        </p:txBody>
      </p:sp>
    </p:spTree>
    <p:extLst>
      <p:ext uri="{BB962C8B-B14F-4D97-AF65-F5344CB8AC3E}">
        <p14:creationId xmlns:p14="http://schemas.microsoft.com/office/powerpoint/2010/main" val="1591124246"/>
      </p:ext>
    </p:extLst>
  </p:cSld>
</p:sld>
</file>

<file path=ppt/slides/slide8.xml><?xml version="1.0" encoding="utf-8"?>
<p:sld xmlns:p="http://schemas.openxmlformats.org/presentationml/2006/main">
  <p:cSld>
    <p:bg>
      <p:bgPr>
        <a:solidFill xmlns:a="http://schemas.openxmlformats.org/drawingml/2006/main">
          <a:srgbClr val="F3EED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ADA065-8FEF-4B93-8187-858D7E955D0F}"/>
              </a:ext>
            </a:extLst>
          </p:cNvPr>
          <p:cNvSpPr>
            <a:spLocks xmlns:a="http://schemas.openxmlformats.org/drawingml/2006/main" noGrp="1"/>
          </p:cNvSpPr>
          <p:nvPr/>
        </p:nvSpPr>
        <p:spPr>
          <a:xfrm xmlns:a="http://schemas.openxmlformats.org/drawingml/2006/main">
            <a:off x="609600" y="4762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0">
                <a:solidFill>
                  <a:srgbClr val="314130"/>
                </a:solidFill>
                <a:latin typeface="Georgia"/>
                <a:ea typeface="Georgia"/>
                <a:cs typeface="Georgia"/>
              </a:defRPr>
            </a:defPPr>
            <a:lvl1pPr>
              <a:defRPr sz="3300" b="0">
                <a:solidFill>
                  <a:srgbClr val="314130"/>
                </a:solidFill>
                <a:latin typeface="Georgia"/>
                <a:ea typeface="Georgia"/>
                <a:cs typeface="Georgia"/>
              </a:defRPr>
            </a:lvl1pPr>
            <a:lvl2pPr>
              <a:defRPr sz="3300" b="0">
                <a:solidFill>
                  <a:srgbClr val="314130"/>
                </a:solidFill>
                <a:latin typeface="Georgia"/>
                <a:ea typeface="Georgia"/>
                <a:cs typeface="Georgia"/>
              </a:defRPr>
            </a:lvl2pPr>
            <a:lvl3pPr>
              <a:defRPr sz="3300" b="0">
                <a:solidFill>
                  <a:srgbClr val="314130"/>
                </a:solidFill>
                <a:latin typeface="Georgia"/>
                <a:ea typeface="Georgia"/>
                <a:cs typeface="Georgia"/>
              </a:defRPr>
            </a:lvl3pPr>
            <a:lvl4pPr>
              <a:defRPr sz="3300" b="0">
                <a:solidFill>
                  <a:srgbClr val="314130"/>
                </a:solidFill>
                <a:latin typeface="Georgia"/>
                <a:ea typeface="Georgia"/>
                <a:cs typeface="Georgia"/>
              </a:defRPr>
            </a:lvl4pPr>
            <a:lvl5pPr>
              <a:defRPr sz="3300" b="0">
                <a:solidFill>
                  <a:srgbClr val="314130"/>
                </a:solidFill>
                <a:latin typeface="Georgia"/>
                <a:ea typeface="Georgia"/>
                <a:cs typeface="Georgia"/>
              </a:defRPr>
            </a:lvl5pPr>
            <a:lvl6pPr>
              <a:defRPr sz="3300" b="0">
                <a:solidFill>
                  <a:srgbClr val="314130"/>
                </a:solidFill>
                <a:latin typeface="Georgia"/>
                <a:ea typeface="Georgia"/>
                <a:cs typeface="Georgia"/>
              </a:defRPr>
            </a:lvl6pPr>
            <a:lvl7pPr>
              <a:defRPr sz="3300" b="0">
                <a:solidFill>
                  <a:srgbClr val="314130"/>
                </a:solidFill>
                <a:latin typeface="Georgia"/>
                <a:ea typeface="Georgia"/>
                <a:cs typeface="Georgia"/>
              </a:defRPr>
            </a:lvl7pPr>
            <a:lvl8pPr>
              <a:defRPr sz="3300" b="0">
                <a:solidFill>
                  <a:srgbClr val="314130"/>
                </a:solidFill>
                <a:latin typeface="Georgia"/>
                <a:ea typeface="Georgia"/>
                <a:cs typeface="Georgia"/>
              </a:defRPr>
            </a:lvl8pPr>
            <a:lvl9pPr>
              <a:defRPr sz="3300" b="0">
                <a:solidFill>
                  <a:srgbClr val="314130"/>
                </a:solidFill>
                <a:latin typeface="Georgia"/>
                <a:ea typeface="Georgia"/>
                <a:cs typeface="Georgia"/>
              </a:defRPr>
            </a:lvl9pPr>
          </a:lstStyle>
          <a:p xmlns:a="http://schemas.openxmlformats.org/drawingml/2006/main">
            <a:pPr>
              <a:defRPr sz="3300" b="0">
                <a:solidFill>
                  <a:srgbClr val="314130"/>
                </a:solidFill>
                <a:latin typeface="Georgia"/>
                <a:ea typeface="Georgia"/>
                <a:cs typeface="Georgia"/>
              </a:defRPr>
            </a:pPr>
            <a:r>
              <a:rPr sz="3300" b="0">
                <a:solidFill>
                  <a:srgbClr val="314130"/>
                </a:solidFill>
                <a:latin typeface="Georgia"/>
                <a:ea typeface="Georgia"/>
                <a:cs typeface="Georgia"/>
              </a:rPr>
              <a:t>Shor: una simulación pequeña con resultados reales</a:t>
            </a:r>
          </a:p>
        </p:txBody>
      </p:sp>
      <p:sp>
        <p:nvSpPr>
          <p:cNvPr id="2" name="">
            <a:extLst xmlns:a="http://schemas.openxmlformats.org/drawingml/2006/main">
              <a:ext uri="{FF2B5EF4-FFF2-40B4-BE49-F238E27FC236}">
                <a16:creationId xmlns:a16="http://schemas.microsoft.com/office/drawing/2014/main" id="{D316B991-D265-42DF-9805-5FACA8649222}"/>
              </a:ext>
            </a:extLst>
          </p:cNvPr>
          <p:cNvSpPr>
            <a:spLocks xmlns:a="http://schemas.openxmlformats.org/drawingml/2006/main" noGrp="1"/>
          </p:cNvSpPr>
          <p:nvPr/>
        </p:nvSpPr>
        <p:spPr>
          <a:xfrm xmlns:a="http://schemas.openxmlformats.org/drawingml/2006/main">
            <a:off x="609600" y="641985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86554"/>
                </a:solidFill>
                <a:latin typeface="Arial"/>
                <a:ea typeface="Arial"/>
                <a:cs typeface="Arial"/>
              </a:defRPr>
            </a:defPPr>
            <a:lvl1pPr>
              <a:defRPr sz="1200" b="0">
                <a:solidFill>
                  <a:srgbClr val="586554"/>
                </a:solidFill>
                <a:latin typeface="Arial"/>
                <a:ea typeface="Arial"/>
                <a:cs typeface="Arial"/>
              </a:defRPr>
            </a:lvl1pPr>
            <a:lvl2pPr>
              <a:defRPr sz="1200" b="0">
                <a:solidFill>
                  <a:srgbClr val="586554"/>
                </a:solidFill>
                <a:latin typeface="Arial"/>
                <a:ea typeface="Arial"/>
                <a:cs typeface="Arial"/>
              </a:defRPr>
            </a:lvl2pPr>
            <a:lvl3pPr>
              <a:defRPr sz="1200" b="0">
                <a:solidFill>
                  <a:srgbClr val="586554"/>
                </a:solidFill>
                <a:latin typeface="Arial"/>
                <a:ea typeface="Arial"/>
                <a:cs typeface="Arial"/>
              </a:defRPr>
            </a:lvl3pPr>
            <a:lvl4pPr>
              <a:defRPr sz="1200" b="0">
                <a:solidFill>
                  <a:srgbClr val="586554"/>
                </a:solidFill>
                <a:latin typeface="Arial"/>
                <a:ea typeface="Arial"/>
                <a:cs typeface="Arial"/>
              </a:defRPr>
            </a:lvl4pPr>
            <a:lvl5pPr>
              <a:defRPr sz="1200" b="0">
                <a:solidFill>
                  <a:srgbClr val="586554"/>
                </a:solidFill>
                <a:latin typeface="Arial"/>
                <a:ea typeface="Arial"/>
                <a:cs typeface="Arial"/>
              </a:defRPr>
            </a:lvl5pPr>
            <a:lvl6pPr>
              <a:defRPr sz="1200" b="0">
                <a:solidFill>
                  <a:srgbClr val="586554"/>
                </a:solidFill>
                <a:latin typeface="Arial"/>
                <a:ea typeface="Arial"/>
                <a:cs typeface="Arial"/>
              </a:defRPr>
            </a:lvl6pPr>
            <a:lvl7pPr>
              <a:defRPr sz="1200" b="0">
                <a:solidFill>
                  <a:srgbClr val="586554"/>
                </a:solidFill>
                <a:latin typeface="Arial"/>
                <a:ea typeface="Arial"/>
                <a:cs typeface="Arial"/>
              </a:defRPr>
            </a:lvl7pPr>
            <a:lvl8pPr>
              <a:defRPr sz="1200" b="0">
                <a:solidFill>
                  <a:srgbClr val="586554"/>
                </a:solidFill>
                <a:latin typeface="Arial"/>
                <a:ea typeface="Arial"/>
                <a:cs typeface="Arial"/>
              </a:defRPr>
            </a:lvl8pPr>
            <a:lvl9pPr>
              <a:defRPr sz="1200" b="0">
                <a:solidFill>
                  <a:srgbClr val="586554"/>
                </a:solidFill>
                <a:latin typeface="Arial"/>
                <a:ea typeface="Arial"/>
                <a:cs typeface="Arial"/>
              </a:defRPr>
            </a:lvl9pPr>
          </a:lstStyle>
          <a:p xmlns:a="http://schemas.openxmlformats.org/drawingml/2006/main">
            <a:pPr>
              <a:defRPr sz="1200" b="0">
                <a:solidFill>
                  <a:srgbClr val="586554"/>
                </a:solidFill>
                <a:latin typeface="Arial"/>
                <a:ea typeface="Arial"/>
                <a:cs typeface="Arial"/>
              </a:defRPr>
            </a:pPr>
            <a:r>
              <a:rPr sz="1200" b="0">
                <a:solidFill>
                  <a:srgbClr val="586554"/>
                </a:solidFill>
                <a:latin typeface="Arial"/>
                <a:ea typeface="Arial"/>
                <a:cs typeface="Arial"/>
              </a:rPr>
              <a:t>08  TerraCierta · Onyx</a:t>
            </a:r>
          </a:p>
        </p:txBody>
      </p:sp>
      <p:graphicFrame>
        <p:nvGraphicFramePr>
          <p:cNvPr id="3" name="Chart">
            <a:extLst xmlns:a="http://schemas.openxmlformats.org/drawingml/2006/main">
              <a:ext uri="{FF2B5EF4-FFF2-40B4-BE49-F238E27FC236}">
                <a16:creationId xmlns:a16="http://schemas.microsoft.com/office/drawing/2014/main" id="{CF6A48CB-5270-4012-9085-FF146582C0E7}"/>
              </a:ext>
            </a:extLst>
          </p:cNvPr>
          <p:cNvGraphicFramePr/>
          <p:nvPr/>
        </p:nvGraphicFramePr>
        <p:xfrm>
          <a:off xmlns:a="http://schemas.openxmlformats.org/drawingml/2006/main" x="609600" y="1647825"/>
          <a:ext xmlns:a="http://schemas.openxmlformats.org/drawingml/2006/main" cx="6477000" cy="3571875"/>
        </p:xfrm>
        <a:graphic xmlns:a="http://schemas.openxmlformats.org/drawingml/2006/main">
          <a:graphicData uri="http://schemas.openxmlformats.org/drawingml/2006/chart">
            <c:chart xmlns:r="http://schemas.openxmlformats.org/officeDocument/2006/relationships" xmlns:c="http://schemas.openxmlformats.org/drawingml/2006/chart" r:id="Rdb2ce996ca9a46bb"/>
          </a:graphicData>
        </a:graphic>
      </p:graphicFrame>
      <p:sp>
        <p:nvSpPr>
          <p:cNvPr id="4" name="">
            <a:extLst xmlns:a="http://schemas.openxmlformats.org/drawingml/2006/main">
              <a:ext uri="{FF2B5EF4-FFF2-40B4-BE49-F238E27FC236}">
                <a16:creationId xmlns:a16="http://schemas.microsoft.com/office/drawing/2014/main" id="{08B0DCD1-148A-41F1-A9C2-E85E7EE38683}"/>
              </a:ext>
            </a:extLst>
          </p:cNvPr>
          <p:cNvSpPr>
            <a:spLocks xmlns:a="http://schemas.openxmlformats.org/drawingml/2006/main" noGrp="1"/>
          </p:cNvSpPr>
          <p:nvPr/>
        </p:nvSpPr>
        <p:spPr>
          <a:xfrm xmlns:a="http://schemas.openxmlformats.org/drawingml/2006/main">
            <a:off x="7620000" y="1781175"/>
            <a:ext cx="3810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14130"/>
                </a:solidFill>
                <a:latin typeface="Arial"/>
                <a:ea typeface="Arial"/>
                <a:cs typeface="Arial"/>
              </a:defRPr>
            </a:defPPr>
            <a:lvl1pPr>
              <a:defRPr sz="2325" b="1">
                <a:solidFill>
                  <a:srgbClr val="314130"/>
                </a:solidFill>
                <a:latin typeface="Arial"/>
                <a:ea typeface="Arial"/>
                <a:cs typeface="Arial"/>
              </a:defRPr>
            </a:lvl1pPr>
            <a:lvl2pPr>
              <a:defRPr sz="2325" b="1">
                <a:solidFill>
                  <a:srgbClr val="314130"/>
                </a:solidFill>
                <a:latin typeface="Arial"/>
                <a:ea typeface="Arial"/>
                <a:cs typeface="Arial"/>
              </a:defRPr>
            </a:lvl2pPr>
            <a:lvl3pPr>
              <a:defRPr sz="2325" b="1">
                <a:solidFill>
                  <a:srgbClr val="314130"/>
                </a:solidFill>
                <a:latin typeface="Arial"/>
                <a:ea typeface="Arial"/>
                <a:cs typeface="Arial"/>
              </a:defRPr>
            </a:lvl3pPr>
            <a:lvl4pPr>
              <a:defRPr sz="2325" b="1">
                <a:solidFill>
                  <a:srgbClr val="314130"/>
                </a:solidFill>
                <a:latin typeface="Arial"/>
                <a:ea typeface="Arial"/>
                <a:cs typeface="Arial"/>
              </a:defRPr>
            </a:lvl4pPr>
            <a:lvl5pPr>
              <a:defRPr sz="2325" b="1">
                <a:solidFill>
                  <a:srgbClr val="314130"/>
                </a:solidFill>
                <a:latin typeface="Arial"/>
                <a:ea typeface="Arial"/>
                <a:cs typeface="Arial"/>
              </a:defRPr>
            </a:lvl5pPr>
            <a:lvl6pPr>
              <a:defRPr sz="2325" b="1">
                <a:solidFill>
                  <a:srgbClr val="314130"/>
                </a:solidFill>
                <a:latin typeface="Arial"/>
                <a:ea typeface="Arial"/>
                <a:cs typeface="Arial"/>
              </a:defRPr>
            </a:lvl6pPr>
            <a:lvl7pPr>
              <a:defRPr sz="2325" b="1">
                <a:solidFill>
                  <a:srgbClr val="314130"/>
                </a:solidFill>
                <a:latin typeface="Arial"/>
                <a:ea typeface="Arial"/>
                <a:cs typeface="Arial"/>
              </a:defRPr>
            </a:lvl7pPr>
            <a:lvl8pPr>
              <a:defRPr sz="2325" b="1">
                <a:solidFill>
                  <a:srgbClr val="314130"/>
                </a:solidFill>
                <a:latin typeface="Arial"/>
                <a:ea typeface="Arial"/>
                <a:cs typeface="Arial"/>
              </a:defRPr>
            </a:lvl8pPr>
            <a:lvl9pPr>
              <a:defRPr sz="2325" b="1">
                <a:solidFill>
                  <a:srgbClr val="314130"/>
                </a:solidFill>
                <a:latin typeface="Arial"/>
                <a:ea typeface="Arial"/>
                <a:cs typeface="Arial"/>
              </a:defRPr>
            </a:lvl9pPr>
          </a:lstStyle>
          <a:p xmlns:a="http://schemas.openxmlformats.org/drawingml/2006/main">
            <a:pPr>
              <a:defRPr sz="2325" b="1">
                <a:solidFill>
                  <a:srgbClr val="314130"/>
                </a:solidFill>
                <a:latin typeface="Arial"/>
                <a:ea typeface="Arial"/>
                <a:cs typeface="Arial"/>
              </a:defRPr>
            </a:pPr>
            <a:r>
              <a:rPr sz="2325" b="1">
                <a:solidFill>
                  <a:srgbClr val="314130"/>
                </a:solidFill>
                <a:latin typeface="Arial"/>
                <a:ea typeface="Arial"/>
                <a:cs typeface="Arial"/>
              </a:rPr>
              <a:t>N = 15   a = 2</a:t>
            </a:r>
          </a:p>
          <a:p xmlns:a="http://schemas.openxmlformats.org/drawingml/2006/main">
            <a:pPr>
              <a:defRPr sz="2325" b="1">
                <a:solidFill>
                  <a:srgbClr val="314130"/>
                </a:solidFill>
                <a:latin typeface="Arial"/>
                <a:ea typeface="Arial"/>
                <a:cs typeface="Arial"/>
              </a:defRPr>
            </a:pPr>
            <a:r>
              <a:rPr sz="2325" b="1">
                <a:solidFill>
                  <a:srgbClr val="314130"/>
                </a:solidFill>
                <a:latin typeface="Arial"/>
                <a:ea typeface="Arial"/>
                <a:cs typeface="Arial"/>
              </a:rPr>
              <a:t>r = 4</a:t>
            </a:r>
          </a:p>
          <a:p xmlns:a="http://schemas.openxmlformats.org/drawingml/2006/main">
            <a:pPr>
              <a:defRPr sz="2325" b="1">
                <a:solidFill>
                  <a:srgbClr val="314130"/>
                </a:solidFill>
                <a:latin typeface="Arial"/>
                <a:ea typeface="Arial"/>
                <a:cs typeface="Arial"/>
              </a:defRPr>
            </a:pPr>
            <a:r>
              <a:rPr sz="2325" b="1">
                <a:solidFill>
                  <a:srgbClr val="314130"/>
                </a:solidFill>
                <a:latin typeface="Arial"/>
                <a:ea typeface="Arial"/>
                <a:cs typeface="Arial"/>
              </a:rPr>
              <a:t>gcd(2² ± 1, 15)</a:t>
            </a:r>
          </a:p>
          <a:p xmlns:a="http://schemas.openxmlformats.org/drawingml/2006/main">
            <a:pPr>
              <a:defRPr sz="2325" b="1">
                <a:solidFill>
                  <a:srgbClr val="314130"/>
                </a:solidFill>
                <a:latin typeface="Arial"/>
                <a:ea typeface="Arial"/>
                <a:cs typeface="Arial"/>
              </a:defRPr>
            </a:pPr>
            <a:r>
              <a:rPr sz="2325" b="1">
                <a:solidFill>
                  <a:srgbClr val="314130"/>
                </a:solidFill>
                <a:latin typeface="Arial"/>
                <a:ea typeface="Arial"/>
                <a:cs typeface="Arial"/>
              </a:rPr>
              <a:t>= 3 y 5</a:t>
            </a:r>
          </a:p>
        </p:txBody>
      </p:sp>
      <p:sp>
        <p:nvSpPr>
          <p:cNvPr id="5" name="">
            <a:extLst xmlns:a="http://schemas.openxmlformats.org/drawingml/2006/main">
              <a:ext uri="{FF2B5EF4-FFF2-40B4-BE49-F238E27FC236}">
                <a16:creationId xmlns:a16="http://schemas.microsoft.com/office/drawing/2014/main" id="{5D51EC17-F680-4002-A546-DC8CACD87845}"/>
              </a:ext>
            </a:extLst>
          </p:cNvPr>
          <p:cNvSpPr>
            <a:spLocks xmlns:a="http://schemas.openxmlformats.org/drawingml/2006/main" noGrp="1"/>
          </p:cNvSpPr>
          <p:nvPr/>
        </p:nvSpPr>
        <p:spPr>
          <a:xfrm xmlns:a="http://schemas.openxmlformats.org/drawingml/2006/main">
            <a:off x="7620000" y="4257675"/>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9B542D"/>
                </a:solidFill>
                <a:latin typeface="Arial"/>
                <a:ea typeface="Arial"/>
                <a:cs typeface="Arial"/>
              </a:defRPr>
            </a:defPPr>
            <a:lvl1pPr>
              <a:defRPr sz="1950" b="0">
                <a:solidFill>
                  <a:srgbClr val="9B542D"/>
                </a:solidFill>
                <a:latin typeface="Arial"/>
                <a:ea typeface="Arial"/>
                <a:cs typeface="Arial"/>
              </a:defRPr>
            </a:lvl1pPr>
            <a:lvl2pPr>
              <a:defRPr sz="1950" b="0">
                <a:solidFill>
                  <a:srgbClr val="9B542D"/>
                </a:solidFill>
                <a:latin typeface="Arial"/>
                <a:ea typeface="Arial"/>
                <a:cs typeface="Arial"/>
              </a:defRPr>
            </a:lvl2pPr>
            <a:lvl3pPr>
              <a:defRPr sz="1950" b="0">
                <a:solidFill>
                  <a:srgbClr val="9B542D"/>
                </a:solidFill>
                <a:latin typeface="Arial"/>
                <a:ea typeface="Arial"/>
                <a:cs typeface="Arial"/>
              </a:defRPr>
            </a:lvl3pPr>
            <a:lvl4pPr>
              <a:defRPr sz="1950" b="0">
                <a:solidFill>
                  <a:srgbClr val="9B542D"/>
                </a:solidFill>
                <a:latin typeface="Arial"/>
                <a:ea typeface="Arial"/>
                <a:cs typeface="Arial"/>
              </a:defRPr>
            </a:lvl4pPr>
            <a:lvl5pPr>
              <a:defRPr sz="1950" b="0">
                <a:solidFill>
                  <a:srgbClr val="9B542D"/>
                </a:solidFill>
                <a:latin typeface="Arial"/>
                <a:ea typeface="Arial"/>
                <a:cs typeface="Arial"/>
              </a:defRPr>
            </a:lvl5pPr>
            <a:lvl6pPr>
              <a:defRPr sz="1950" b="0">
                <a:solidFill>
                  <a:srgbClr val="9B542D"/>
                </a:solidFill>
                <a:latin typeface="Arial"/>
                <a:ea typeface="Arial"/>
                <a:cs typeface="Arial"/>
              </a:defRPr>
            </a:lvl6pPr>
            <a:lvl7pPr>
              <a:defRPr sz="1950" b="0">
                <a:solidFill>
                  <a:srgbClr val="9B542D"/>
                </a:solidFill>
                <a:latin typeface="Arial"/>
                <a:ea typeface="Arial"/>
                <a:cs typeface="Arial"/>
              </a:defRPr>
            </a:lvl7pPr>
            <a:lvl8pPr>
              <a:defRPr sz="1950" b="0">
                <a:solidFill>
                  <a:srgbClr val="9B542D"/>
                </a:solidFill>
                <a:latin typeface="Arial"/>
                <a:ea typeface="Arial"/>
                <a:cs typeface="Arial"/>
              </a:defRPr>
            </a:lvl8pPr>
            <a:lvl9pPr>
              <a:defRPr sz="1950" b="0">
                <a:solidFill>
                  <a:srgbClr val="9B542D"/>
                </a:solidFill>
                <a:latin typeface="Arial"/>
                <a:ea typeface="Arial"/>
                <a:cs typeface="Arial"/>
              </a:defRPr>
            </a:lvl9pPr>
          </a:lstStyle>
          <a:p xmlns:a="http://schemas.openxmlformats.org/drawingml/2006/main">
            <a:pPr>
              <a:defRPr sz="1950" b="0">
                <a:solidFill>
                  <a:srgbClr val="9B542D"/>
                </a:solidFill>
                <a:latin typeface="Arial"/>
                <a:ea typeface="Arial"/>
                <a:cs typeface="Arial"/>
              </a:defRPr>
            </a:pPr>
            <a:r>
              <a:rPr sz="1950" b="0">
                <a:solidFill>
                  <a:srgbClr val="9B542D"/>
                </a:solidFill>
                <a:latin typeface="Arial"/>
                <a:ea typeface="Arial"/>
                <a:cs typeface="Arial"/>
              </a:rPr>
              <a:t>12 qubits lógicos</a:t>
            </a:r>
          </a:p>
          <a:p xmlns:a="http://schemas.openxmlformats.org/drawingml/2006/main">
            <a:pPr>
              <a:defRPr sz="1950" b="0">
                <a:solidFill>
                  <a:srgbClr val="9B542D"/>
                </a:solidFill>
                <a:latin typeface="Arial"/>
                <a:ea typeface="Arial"/>
                <a:cs typeface="Arial"/>
              </a:defRPr>
            </a:pPr>
            <a:r>
              <a:rPr sz="1950" b="0">
                <a:solidFill>
                  <a:srgbClr val="9B542D"/>
                </a:solidFill>
                <a:latin typeface="Arial"/>
                <a:ea typeface="Arial"/>
                <a:cs typeface="Arial"/>
              </a:rPr>
              <a:t>4096 mediciones</a:t>
            </a:r>
          </a:p>
        </p:txBody>
      </p:sp>
      <p:sp>
        <p:nvSpPr>
          <p:cNvPr id="6" name="">
            <a:extLst xmlns:a="http://schemas.openxmlformats.org/drawingml/2006/main">
              <a:ext uri="{FF2B5EF4-FFF2-40B4-BE49-F238E27FC236}">
                <a16:creationId xmlns:a16="http://schemas.microsoft.com/office/drawing/2014/main" id="{F9998685-992B-4E9B-A792-302DC558295B}"/>
              </a:ext>
            </a:extLst>
          </p:cNvPr>
          <p:cNvSpPr>
            <a:spLocks xmlns:a="http://schemas.openxmlformats.org/drawingml/2006/main" noGrp="1"/>
          </p:cNvSpPr>
          <p:nvPr/>
        </p:nvSpPr>
        <p:spPr>
          <a:xfrm xmlns:a="http://schemas.openxmlformats.org/drawingml/2006/main">
            <a:off x="609600" y="56673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86554"/>
                </a:solidFill>
                <a:latin typeface="Arial"/>
                <a:ea typeface="Arial"/>
                <a:cs typeface="Arial"/>
              </a:defRPr>
            </a:defPPr>
            <a:lvl1pPr>
              <a:defRPr sz="2025" b="0">
                <a:solidFill>
                  <a:srgbClr val="586554"/>
                </a:solidFill>
                <a:latin typeface="Arial"/>
                <a:ea typeface="Arial"/>
                <a:cs typeface="Arial"/>
              </a:defRPr>
            </a:lvl1pPr>
            <a:lvl2pPr>
              <a:defRPr sz="2025" b="0">
                <a:solidFill>
                  <a:srgbClr val="586554"/>
                </a:solidFill>
                <a:latin typeface="Arial"/>
                <a:ea typeface="Arial"/>
                <a:cs typeface="Arial"/>
              </a:defRPr>
            </a:lvl2pPr>
            <a:lvl3pPr>
              <a:defRPr sz="2025" b="0">
                <a:solidFill>
                  <a:srgbClr val="586554"/>
                </a:solidFill>
                <a:latin typeface="Arial"/>
                <a:ea typeface="Arial"/>
                <a:cs typeface="Arial"/>
              </a:defRPr>
            </a:lvl3pPr>
            <a:lvl4pPr>
              <a:defRPr sz="2025" b="0">
                <a:solidFill>
                  <a:srgbClr val="586554"/>
                </a:solidFill>
                <a:latin typeface="Arial"/>
                <a:ea typeface="Arial"/>
                <a:cs typeface="Arial"/>
              </a:defRPr>
            </a:lvl4pPr>
            <a:lvl5pPr>
              <a:defRPr sz="2025" b="0">
                <a:solidFill>
                  <a:srgbClr val="586554"/>
                </a:solidFill>
                <a:latin typeface="Arial"/>
                <a:ea typeface="Arial"/>
                <a:cs typeface="Arial"/>
              </a:defRPr>
            </a:lvl5pPr>
            <a:lvl6pPr>
              <a:defRPr sz="2025" b="0">
                <a:solidFill>
                  <a:srgbClr val="586554"/>
                </a:solidFill>
                <a:latin typeface="Arial"/>
                <a:ea typeface="Arial"/>
                <a:cs typeface="Arial"/>
              </a:defRPr>
            </a:lvl6pPr>
            <a:lvl7pPr>
              <a:defRPr sz="2025" b="0">
                <a:solidFill>
                  <a:srgbClr val="586554"/>
                </a:solidFill>
                <a:latin typeface="Arial"/>
                <a:ea typeface="Arial"/>
                <a:cs typeface="Arial"/>
              </a:defRPr>
            </a:lvl7pPr>
            <a:lvl8pPr>
              <a:defRPr sz="2025" b="0">
                <a:solidFill>
                  <a:srgbClr val="586554"/>
                </a:solidFill>
                <a:latin typeface="Arial"/>
                <a:ea typeface="Arial"/>
                <a:cs typeface="Arial"/>
              </a:defRPr>
            </a:lvl8pPr>
            <a:lvl9pPr>
              <a:defRPr sz="2025" b="0">
                <a:solidFill>
                  <a:srgbClr val="586554"/>
                </a:solidFill>
                <a:latin typeface="Arial"/>
                <a:ea typeface="Arial"/>
                <a:cs typeface="Arial"/>
              </a:defRPr>
            </a:lvl9pPr>
          </a:lstStyle>
          <a:p xmlns:a="http://schemas.openxmlformats.org/drawingml/2006/main">
            <a:pPr>
              <a:defRPr sz="2025" b="0">
                <a:solidFill>
                  <a:srgbClr val="586554"/>
                </a:solidFill>
                <a:latin typeface="Arial"/>
                <a:ea typeface="Arial"/>
                <a:cs typeface="Arial"/>
              </a:defRPr>
            </a:pPr>
            <a:r>
              <a:rPr sz="2025" b="0">
                <a:solidFill>
                  <a:srgbClr val="586554"/>
                </a:solidFill>
                <a:latin typeface="Arial"/>
                <a:ea typeface="Arial"/>
                <a:cs typeface="Arial"/>
              </a:rPr>
              <a:t>Simulador local ideal. Este caso educativo no ataca una clave de producción.</a:t>
            </a:r>
          </a:p>
        </p:txBody>
      </p:sp>
    </p:spTree>
    <p:extLst>
      <p:ext uri="{BB962C8B-B14F-4D97-AF65-F5344CB8AC3E}">
        <p14:creationId xmlns:p14="http://schemas.microsoft.com/office/powerpoint/2010/main" val="1874771219"/>
      </p:ext>
    </p:extLst>
  </p:cSld>
</p:sld>
</file>

<file path=ppt/slides/slide9.xml><?xml version="1.0" encoding="utf-8"?>
<p:sld xmlns:p="http://schemas.openxmlformats.org/presentationml/2006/main">
  <p:cSld>
    <p:bg>
      <p:bgPr>
        <a:solidFill xmlns:a="http://schemas.openxmlformats.org/drawingml/2006/main">
          <a:srgbClr val="F3EED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04C54E6-A144-4608-A40A-8AA77C331A07}"/>
              </a:ext>
            </a:extLst>
          </p:cNvPr>
          <p:cNvSpPr>
            <a:spLocks xmlns:a="http://schemas.openxmlformats.org/drawingml/2006/main" noGrp="1"/>
          </p:cNvSpPr>
          <p:nvPr/>
        </p:nvSpPr>
        <p:spPr>
          <a:xfrm xmlns:a="http://schemas.openxmlformats.org/drawingml/2006/main">
            <a:off x="609600" y="4762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0">
                <a:solidFill>
                  <a:srgbClr val="314130"/>
                </a:solidFill>
                <a:latin typeface="Georgia"/>
                <a:ea typeface="Georgia"/>
                <a:cs typeface="Georgia"/>
              </a:defRPr>
            </a:defPPr>
            <a:lvl1pPr>
              <a:defRPr sz="3300" b="0">
                <a:solidFill>
                  <a:srgbClr val="314130"/>
                </a:solidFill>
                <a:latin typeface="Georgia"/>
                <a:ea typeface="Georgia"/>
                <a:cs typeface="Georgia"/>
              </a:defRPr>
            </a:lvl1pPr>
            <a:lvl2pPr>
              <a:defRPr sz="3300" b="0">
                <a:solidFill>
                  <a:srgbClr val="314130"/>
                </a:solidFill>
                <a:latin typeface="Georgia"/>
                <a:ea typeface="Georgia"/>
                <a:cs typeface="Georgia"/>
              </a:defRPr>
            </a:lvl2pPr>
            <a:lvl3pPr>
              <a:defRPr sz="3300" b="0">
                <a:solidFill>
                  <a:srgbClr val="314130"/>
                </a:solidFill>
                <a:latin typeface="Georgia"/>
                <a:ea typeface="Georgia"/>
                <a:cs typeface="Georgia"/>
              </a:defRPr>
            </a:lvl3pPr>
            <a:lvl4pPr>
              <a:defRPr sz="3300" b="0">
                <a:solidFill>
                  <a:srgbClr val="314130"/>
                </a:solidFill>
                <a:latin typeface="Georgia"/>
                <a:ea typeface="Georgia"/>
                <a:cs typeface="Georgia"/>
              </a:defRPr>
            </a:lvl4pPr>
            <a:lvl5pPr>
              <a:defRPr sz="3300" b="0">
                <a:solidFill>
                  <a:srgbClr val="314130"/>
                </a:solidFill>
                <a:latin typeface="Georgia"/>
                <a:ea typeface="Georgia"/>
                <a:cs typeface="Georgia"/>
              </a:defRPr>
            </a:lvl5pPr>
            <a:lvl6pPr>
              <a:defRPr sz="3300" b="0">
                <a:solidFill>
                  <a:srgbClr val="314130"/>
                </a:solidFill>
                <a:latin typeface="Georgia"/>
                <a:ea typeface="Georgia"/>
                <a:cs typeface="Georgia"/>
              </a:defRPr>
            </a:lvl6pPr>
            <a:lvl7pPr>
              <a:defRPr sz="3300" b="0">
                <a:solidFill>
                  <a:srgbClr val="314130"/>
                </a:solidFill>
                <a:latin typeface="Georgia"/>
                <a:ea typeface="Georgia"/>
                <a:cs typeface="Georgia"/>
              </a:defRPr>
            </a:lvl7pPr>
            <a:lvl8pPr>
              <a:defRPr sz="3300" b="0">
                <a:solidFill>
                  <a:srgbClr val="314130"/>
                </a:solidFill>
                <a:latin typeface="Georgia"/>
                <a:ea typeface="Georgia"/>
                <a:cs typeface="Georgia"/>
              </a:defRPr>
            </a:lvl8pPr>
            <a:lvl9pPr>
              <a:defRPr sz="3300" b="0">
                <a:solidFill>
                  <a:srgbClr val="314130"/>
                </a:solidFill>
                <a:latin typeface="Georgia"/>
                <a:ea typeface="Georgia"/>
                <a:cs typeface="Georgia"/>
              </a:defRPr>
            </a:lvl9pPr>
          </a:lstStyle>
          <a:p xmlns:a="http://schemas.openxmlformats.org/drawingml/2006/main">
            <a:pPr>
              <a:defRPr sz="3300" b="0">
                <a:solidFill>
                  <a:srgbClr val="314130"/>
                </a:solidFill>
                <a:latin typeface="Georgia"/>
                <a:ea typeface="Georgia"/>
                <a:cs typeface="Georgia"/>
              </a:defRPr>
            </a:pPr>
            <a:r>
              <a:rPr sz="3300" b="0">
                <a:solidFill>
                  <a:srgbClr val="314130"/>
                </a:solidFill>
                <a:latin typeface="Georgia"/>
                <a:ea typeface="Georgia"/>
                <a:cs typeface="Georgia"/>
              </a:rPr>
              <a:t>La evidencia acompaña a la animación</a:t>
            </a:r>
          </a:p>
        </p:txBody>
      </p:sp>
      <p:sp>
        <p:nvSpPr>
          <p:cNvPr id="2" name="">
            <a:extLst xmlns:a="http://schemas.openxmlformats.org/drawingml/2006/main">
              <a:ext uri="{FF2B5EF4-FFF2-40B4-BE49-F238E27FC236}">
                <a16:creationId xmlns:a16="http://schemas.microsoft.com/office/drawing/2014/main" id="{8CE025E1-05FC-43E5-9D37-0EDD4835D73F}"/>
              </a:ext>
            </a:extLst>
          </p:cNvPr>
          <p:cNvSpPr>
            <a:spLocks xmlns:a="http://schemas.openxmlformats.org/drawingml/2006/main" noGrp="1"/>
          </p:cNvSpPr>
          <p:nvPr/>
        </p:nvSpPr>
        <p:spPr>
          <a:xfrm xmlns:a="http://schemas.openxmlformats.org/drawingml/2006/main">
            <a:off x="609600" y="641985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86554"/>
                </a:solidFill>
                <a:latin typeface="Arial"/>
                <a:ea typeface="Arial"/>
                <a:cs typeface="Arial"/>
              </a:defRPr>
            </a:defPPr>
            <a:lvl1pPr>
              <a:defRPr sz="1200" b="0">
                <a:solidFill>
                  <a:srgbClr val="586554"/>
                </a:solidFill>
                <a:latin typeface="Arial"/>
                <a:ea typeface="Arial"/>
                <a:cs typeface="Arial"/>
              </a:defRPr>
            </a:lvl1pPr>
            <a:lvl2pPr>
              <a:defRPr sz="1200" b="0">
                <a:solidFill>
                  <a:srgbClr val="586554"/>
                </a:solidFill>
                <a:latin typeface="Arial"/>
                <a:ea typeface="Arial"/>
                <a:cs typeface="Arial"/>
              </a:defRPr>
            </a:lvl2pPr>
            <a:lvl3pPr>
              <a:defRPr sz="1200" b="0">
                <a:solidFill>
                  <a:srgbClr val="586554"/>
                </a:solidFill>
                <a:latin typeface="Arial"/>
                <a:ea typeface="Arial"/>
                <a:cs typeface="Arial"/>
              </a:defRPr>
            </a:lvl3pPr>
            <a:lvl4pPr>
              <a:defRPr sz="1200" b="0">
                <a:solidFill>
                  <a:srgbClr val="586554"/>
                </a:solidFill>
                <a:latin typeface="Arial"/>
                <a:ea typeface="Arial"/>
                <a:cs typeface="Arial"/>
              </a:defRPr>
            </a:lvl4pPr>
            <a:lvl5pPr>
              <a:defRPr sz="1200" b="0">
                <a:solidFill>
                  <a:srgbClr val="586554"/>
                </a:solidFill>
                <a:latin typeface="Arial"/>
                <a:ea typeface="Arial"/>
                <a:cs typeface="Arial"/>
              </a:defRPr>
            </a:lvl5pPr>
            <a:lvl6pPr>
              <a:defRPr sz="1200" b="0">
                <a:solidFill>
                  <a:srgbClr val="586554"/>
                </a:solidFill>
                <a:latin typeface="Arial"/>
                <a:ea typeface="Arial"/>
                <a:cs typeface="Arial"/>
              </a:defRPr>
            </a:lvl6pPr>
            <a:lvl7pPr>
              <a:defRPr sz="1200" b="0">
                <a:solidFill>
                  <a:srgbClr val="586554"/>
                </a:solidFill>
                <a:latin typeface="Arial"/>
                <a:ea typeface="Arial"/>
                <a:cs typeface="Arial"/>
              </a:defRPr>
            </a:lvl7pPr>
            <a:lvl8pPr>
              <a:defRPr sz="1200" b="0">
                <a:solidFill>
                  <a:srgbClr val="586554"/>
                </a:solidFill>
                <a:latin typeface="Arial"/>
                <a:ea typeface="Arial"/>
                <a:cs typeface="Arial"/>
              </a:defRPr>
            </a:lvl8pPr>
            <a:lvl9pPr>
              <a:defRPr sz="1200" b="0">
                <a:solidFill>
                  <a:srgbClr val="586554"/>
                </a:solidFill>
                <a:latin typeface="Arial"/>
                <a:ea typeface="Arial"/>
                <a:cs typeface="Arial"/>
              </a:defRPr>
            </a:lvl9pPr>
          </a:lstStyle>
          <a:p xmlns:a="http://schemas.openxmlformats.org/drawingml/2006/main">
            <a:pPr>
              <a:defRPr sz="1200" b="0">
                <a:solidFill>
                  <a:srgbClr val="586554"/>
                </a:solidFill>
                <a:latin typeface="Arial"/>
                <a:ea typeface="Arial"/>
                <a:cs typeface="Arial"/>
              </a:defRPr>
            </a:pPr>
            <a:r>
              <a:rPr sz="1200" b="0">
                <a:solidFill>
                  <a:srgbClr val="586554"/>
                </a:solidFill>
                <a:latin typeface="Arial"/>
                <a:ea typeface="Arial"/>
                <a:cs typeface="Arial"/>
              </a:rPr>
              <a:t>09  TerraCierta · Onyx</a:t>
            </a:r>
          </a:p>
        </p:txBody>
      </p:sp>
      <p:sp>
        <p:nvSpPr>
          <p:cNvPr id="3" name="">
            <a:extLst xmlns:a="http://schemas.openxmlformats.org/drawingml/2006/main">
              <a:ext uri="{FF2B5EF4-FFF2-40B4-BE49-F238E27FC236}">
                <a16:creationId xmlns:a16="http://schemas.microsoft.com/office/drawing/2014/main" id="{2226A216-917C-43B6-92A6-E0CEE34AE7BC}"/>
              </a:ext>
            </a:extLst>
          </p:cNvPr>
          <p:cNvSpPr>
            <a:spLocks xmlns:a="http://schemas.openxmlformats.org/drawingml/2006/main" noGrp="1"/>
          </p:cNvSpPr>
          <p:nvPr/>
        </p:nvSpPr>
        <p:spPr>
          <a:xfrm xmlns:a="http://schemas.openxmlformats.org/drawingml/2006/main">
            <a:off x="609600" y="1657350"/>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314130"/>
                </a:solidFill>
                <a:latin typeface="Arial"/>
                <a:ea typeface="Arial"/>
                <a:cs typeface="Arial"/>
              </a:defRPr>
            </a:defPPr>
            <a:lvl1pPr>
              <a:defRPr sz="2400" b="1">
                <a:solidFill>
                  <a:srgbClr val="314130"/>
                </a:solidFill>
                <a:latin typeface="Arial"/>
                <a:ea typeface="Arial"/>
                <a:cs typeface="Arial"/>
              </a:defRPr>
            </a:lvl1pPr>
            <a:lvl2pPr>
              <a:defRPr sz="2400" b="1">
                <a:solidFill>
                  <a:srgbClr val="314130"/>
                </a:solidFill>
                <a:latin typeface="Arial"/>
                <a:ea typeface="Arial"/>
                <a:cs typeface="Arial"/>
              </a:defRPr>
            </a:lvl2pPr>
            <a:lvl3pPr>
              <a:defRPr sz="2400" b="1">
                <a:solidFill>
                  <a:srgbClr val="314130"/>
                </a:solidFill>
                <a:latin typeface="Arial"/>
                <a:ea typeface="Arial"/>
                <a:cs typeface="Arial"/>
              </a:defRPr>
            </a:lvl3pPr>
            <a:lvl4pPr>
              <a:defRPr sz="2400" b="1">
                <a:solidFill>
                  <a:srgbClr val="314130"/>
                </a:solidFill>
                <a:latin typeface="Arial"/>
                <a:ea typeface="Arial"/>
                <a:cs typeface="Arial"/>
              </a:defRPr>
            </a:lvl4pPr>
            <a:lvl5pPr>
              <a:defRPr sz="2400" b="1">
                <a:solidFill>
                  <a:srgbClr val="314130"/>
                </a:solidFill>
                <a:latin typeface="Arial"/>
                <a:ea typeface="Arial"/>
                <a:cs typeface="Arial"/>
              </a:defRPr>
            </a:lvl5pPr>
            <a:lvl6pPr>
              <a:defRPr sz="2400" b="1">
                <a:solidFill>
                  <a:srgbClr val="314130"/>
                </a:solidFill>
                <a:latin typeface="Arial"/>
                <a:ea typeface="Arial"/>
                <a:cs typeface="Arial"/>
              </a:defRPr>
            </a:lvl6pPr>
            <a:lvl7pPr>
              <a:defRPr sz="2400" b="1">
                <a:solidFill>
                  <a:srgbClr val="314130"/>
                </a:solidFill>
                <a:latin typeface="Arial"/>
                <a:ea typeface="Arial"/>
                <a:cs typeface="Arial"/>
              </a:defRPr>
            </a:lvl7pPr>
            <a:lvl8pPr>
              <a:defRPr sz="2400" b="1">
                <a:solidFill>
                  <a:srgbClr val="314130"/>
                </a:solidFill>
                <a:latin typeface="Arial"/>
                <a:ea typeface="Arial"/>
                <a:cs typeface="Arial"/>
              </a:defRPr>
            </a:lvl8pPr>
            <a:lvl9pPr>
              <a:defRPr sz="2400" b="1">
                <a:solidFill>
                  <a:srgbClr val="314130"/>
                </a:solidFill>
                <a:latin typeface="Arial"/>
                <a:ea typeface="Arial"/>
                <a:cs typeface="Arial"/>
              </a:defRPr>
            </a:lvl9pPr>
          </a:lstStyle>
          <a:p xmlns:a="http://schemas.openxmlformats.org/drawingml/2006/main">
            <a:pPr>
              <a:defRPr sz="2400" b="1">
                <a:solidFill>
                  <a:srgbClr val="314130"/>
                </a:solidFill>
                <a:latin typeface="Arial"/>
                <a:ea typeface="Arial"/>
                <a:cs typeface="Arial"/>
              </a:defRPr>
            </a:pPr>
            <a:r>
              <a:rPr sz="2400" b="1">
                <a:solidFill>
                  <a:srgbClr val="314130"/>
                </a:solidFill>
                <a:latin typeface="Arial"/>
                <a:ea typeface="Arial"/>
                <a:cs typeface="Arial"/>
              </a:rPr>
              <a:t>Código y pruebas automatizadas</a:t>
            </a:r>
          </a:p>
        </p:txBody>
      </p:sp>
      <p:sp>
        <p:nvSpPr>
          <p:cNvPr id="4" name="">
            <a:extLst xmlns:a="http://schemas.openxmlformats.org/drawingml/2006/main">
              <a:ext uri="{FF2B5EF4-FFF2-40B4-BE49-F238E27FC236}">
                <a16:creationId xmlns:a16="http://schemas.microsoft.com/office/drawing/2014/main" id="{2ACBD4F7-B3E1-4FF5-94B8-562DD692F942}"/>
              </a:ext>
            </a:extLst>
          </p:cNvPr>
          <p:cNvSpPr>
            <a:spLocks xmlns:a="http://schemas.openxmlformats.org/drawingml/2006/main" noGrp="1"/>
          </p:cNvSpPr>
          <p:nvPr/>
        </p:nvSpPr>
        <p:spPr>
          <a:xfrm xmlns:a="http://schemas.openxmlformats.org/drawingml/2006/main">
            <a:off x="609600" y="2295525"/>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86554"/>
                </a:solidFill>
                <a:latin typeface="Arial"/>
                <a:ea typeface="Arial"/>
                <a:cs typeface="Arial"/>
              </a:defRPr>
            </a:defPPr>
            <a:lvl1pPr>
              <a:defRPr sz="2025" b="0">
                <a:solidFill>
                  <a:srgbClr val="586554"/>
                </a:solidFill>
                <a:latin typeface="Arial"/>
                <a:ea typeface="Arial"/>
                <a:cs typeface="Arial"/>
              </a:defRPr>
            </a:lvl1pPr>
            <a:lvl2pPr>
              <a:defRPr sz="2025" b="0">
                <a:solidFill>
                  <a:srgbClr val="586554"/>
                </a:solidFill>
                <a:latin typeface="Arial"/>
                <a:ea typeface="Arial"/>
                <a:cs typeface="Arial"/>
              </a:defRPr>
            </a:lvl2pPr>
            <a:lvl3pPr>
              <a:defRPr sz="2025" b="0">
                <a:solidFill>
                  <a:srgbClr val="586554"/>
                </a:solidFill>
                <a:latin typeface="Arial"/>
                <a:ea typeface="Arial"/>
                <a:cs typeface="Arial"/>
              </a:defRPr>
            </a:lvl3pPr>
            <a:lvl4pPr>
              <a:defRPr sz="2025" b="0">
                <a:solidFill>
                  <a:srgbClr val="586554"/>
                </a:solidFill>
                <a:latin typeface="Arial"/>
                <a:ea typeface="Arial"/>
                <a:cs typeface="Arial"/>
              </a:defRPr>
            </a:lvl4pPr>
            <a:lvl5pPr>
              <a:defRPr sz="2025" b="0">
                <a:solidFill>
                  <a:srgbClr val="586554"/>
                </a:solidFill>
                <a:latin typeface="Arial"/>
                <a:ea typeface="Arial"/>
                <a:cs typeface="Arial"/>
              </a:defRPr>
            </a:lvl5pPr>
            <a:lvl6pPr>
              <a:defRPr sz="2025" b="0">
                <a:solidFill>
                  <a:srgbClr val="586554"/>
                </a:solidFill>
                <a:latin typeface="Arial"/>
                <a:ea typeface="Arial"/>
                <a:cs typeface="Arial"/>
              </a:defRPr>
            </a:lvl6pPr>
            <a:lvl7pPr>
              <a:defRPr sz="2025" b="0">
                <a:solidFill>
                  <a:srgbClr val="586554"/>
                </a:solidFill>
                <a:latin typeface="Arial"/>
                <a:ea typeface="Arial"/>
                <a:cs typeface="Arial"/>
              </a:defRPr>
            </a:lvl7pPr>
            <a:lvl8pPr>
              <a:defRPr sz="2025" b="0">
                <a:solidFill>
                  <a:srgbClr val="586554"/>
                </a:solidFill>
                <a:latin typeface="Arial"/>
                <a:ea typeface="Arial"/>
                <a:cs typeface="Arial"/>
              </a:defRPr>
            </a:lvl8pPr>
            <a:lvl9pPr>
              <a:defRPr sz="2025" b="0">
                <a:solidFill>
                  <a:srgbClr val="586554"/>
                </a:solidFill>
                <a:latin typeface="Arial"/>
                <a:ea typeface="Arial"/>
                <a:cs typeface="Arial"/>
              </a:defRPr>
            </a:lvl9pPr>
          </a:lstStyle>
          <a:p xmlns:a="http://schemas.openxmlformats.org/drawingml/2006/main">
            <a:pPr>
              <a:defRPr sz="2025" b="0">
                <a:solidFill>
                  <a:srgbClr val="586554"/>
                </a:solidFill>
                <a:latin typeface="Arial"/>
                <a:ea typeface="Arial"/>
                <a:cs typeface="Arial"/>
              </a:defRPr>
            </a:pPr>
            <a:r>
              <a:rPr sz="2025" b="0">
                <a:solidFill>
                  <a:srgbClr val="586554"/>
                </a:solidFill>
                <a:latin typeface="Arial"/>
                <a:ea typeface="Arial"/>
                <a:cs typeface="Arial"/>
              </a:rPr>
              <a:t>188 pruebas pasan y 23 quedan omitidas.</a:t>
            </a:r>
          </a:p>
          <a:p xmlns:a="http://schemas.openxmlformats.org/drawingml/2006/main">
            <a:pPr>
              <a:defRPr sz="2025" b="0">
                <a:solidFill>
                  <a:srgbClr val="586554"/>
                </a:solidFill>
                <a:latin typeface="Arial"/>
                <a:ea typeface="Arial"/>
                <a:cs typeface="Arial"/>
              </a:defRPr>
            </a:pPr>
            <a:r>
              <a:rPr sz="2025" b="0">
                <a:solidFill>
                  <a:srgbClr val="586554"/>
                </a:solidFill>
                <a:latin typeface="Arial"/>
                <a:ea typeface="Arial"/>
                <a:cs typeface="Arial"/>
              </a:rPr>
              <a:t>Pago testnet completado con consentimiento.</a:t>
            </a:r>
          </a:p>
        </p:txBody>
      </p:sp>
      <p:sp>
        <p:nvSpPr>
          <p:cNvPr id="5" name="">
            <a:extLst xmlns:a="http://schemas.openxmlformats.org/drawingml/2006/main">
              <a:ext uri="{FF2B5EF4-FFF2-40B4-BE49-F238E27FC236}">
                <a16:creationId xmlns:a16="http://schemas.microsoft.com/office/drawing/2014/main" id="{D404AB85-C8F0-4841-9BA9-AAECCB824706}"/>
              </a:ext>
            </a:extLst>
          </p:cNvPr>
          <p:cNvSpPr>
            <a:spLocks xmlns:a="http://schemas.openxmlformats.org/drawingml/2006/main" noGrp="1"/>
          </p:cNvSpPr>
          <p:nvPr/>
        </p:nvSpPr>
        <p:spPr>
          <a:xfrm xmlns:a="http://schemas.openxmlformats.org/drawingml/2006/main">
            <a:off x="609600" y="3600450"/>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314130"/>
                </a:solidFill>
                <a:latin typeface="Arial"/>
                <a:ea typeface="Arial"/>
                <a:cs typeface="Arial"/>
              </a:defRPr>
            </a:defPPr>
            <a:lvl1pPr>
              <a:defRPr sz="2400" b="1">
                <a:solidFill>
                  <a:srgbClr val="314130"/>
                </a:solidFill>
                <a:latin typeface="Arial"/>
                <a:ea typeface="Arial"/>
                <a:cs typeface="Arial"/>
              </a:defRPr>
            </a:lvl1pPr>
            <a:lvl2pPr>
              <a:defRPr sz="2400" b="1">
                <a:solidFill>
                  <a:srgbClr val="314130"/>
                </a:solidFill>
                <a:latin typeface="Arial"/>
                <a:ea typeface="Arial"/>
                <a:cs typeface="Arial"/>
              </a:defRPr>
            </a:lvl2pPr>
            <a:lvl3pPr>
              <a:defRPr sz="2400" b="1">
                <a:solidFill>
                  <a:srgbClr val="314130"/>
                </a:solidFill>
                <a:latin typeface="Arial"/>
                <a:ea typeface="Arial"/>
                <a:cs typeface="Arial"/>
              </a:defRPr>
            </a:lvl3pPr>
            <a:lvl4pPr>
              <a:defRPr sz="2400" b="1">
                <a:solidFill>
                  <a:srgbClr val="314130"/>
                </a:solidFill>
                <a:latin typeface="Arial"/>
                <a:ea typeface="Arial"/>
                <a:cs typeface="Arial"/>
              </a:defRPr>
            </a:lvl4pPr>
            <a:lvl5pPr>
              <a:defRPr sz="2400" b="1">
                <a:solidFill>
                  <a:srgbClr val="314130"/>
                </a:solidFill>
                <a:latin typeface="Arial"/>
                <a:ea typeface="Arial"/>
                <a:cs typeface="Arial"/>
              </a:defRPr>
            </a:lvl5pPr>
            <a:lvl6pPr>
              <a:defRPr sz="2400" b="1">
                <a:solidFill>
                  <a:srgbClr val="314130"/>
                </a:solidFill>
                <a:latin typeface="Arial"/>
                <a:ea typeface="Arial"/>
                <a:cs typeface="Arial"/>
              </a:defRPr>
            </a:lvl6pPr>
            <a:lvl7pPr>
              <a:defRPr sz="2400" b="1">
                <a:solidFill>
                  <a:srgbClr val="314130"/>
                </a:solidFill>
                <a:latin typeface="Arial"/>
                <a:ea typeface="Arial"/>
                <a:cs typeface="Arial"/>
              </a:defRPr>
            </a:lvl7pPr>
            <a:lvl8pPr>
              <a:defRPr sz="2400" b="1">
                <a:solidFill>
                  <a:srgbClr val="314130"/>
                </a:solidFill>
                <a:latin typeface="Arial"/>
                <a:ea typeface="Arial"/>
                <a:cs typeface="Arial"/>
              </a:defRPr>
            </a:lvl8pPr>
            <a:lvl9pPr>
              <a:defRPr sz="2400" b="1">
                <a:solidFill>
                  <a:srgbClr val="314130"/>
                </a:solidFill>
                <a:latin typeface="Arial"/>
                <a:ea typeface="Arial"/>
                <a:cs typeface="Arial"/>
              </a:defRPr>
            </a:lvl9pPr>
          </a:lstStyle>
          <a:p xmlns:a="http://schemas.openxmlformats.org/drawingml/2006/main">
            <a:pPr>
              <a:defRPr sz="2400" b="1">
                <a:solidFill>
                  <a:srgbClr val="314130"/>
                </a:solidFill>
                <a:latin typeface="Arial"/>
                <a:ea typeface="Arial"/>
                <a:cs typeface="Arial"/>
              </a:defRPr>
            </a:pPr>
            <a:r>
              <a:rPr sz="2400" b="1">
                <a:solidFill>
                  <a:srgbClr val="314130"/>
                </a:solidFill>
                <a:latin typeface="Arial"/>
                <a:ea typeface="Arial"/>
                <a:cs typeface="Arial"/>
              </a:rPr>
              <a:t>Node + OpenSSL</a:t>
            </a:r>
          </a:p>
        </p:txBody>
      </p:sp>
      <p:sp>
        <p:nvSpPr>
          <p:cNvPr id="6" name="">
            <a:extLst xmlns:a="http://schemas.openxmlformats.org/drawingml/2006/main">
              <a:ext uri="{FF2B5EF4-FFF2-40B4-BE49-F238E27FC236}">
                <a16:creationId xmlns:a16="http://schemas.microsoft.com/office/drawing/2014/main" id="{E0808A91-DECD-4506-B240-C31028F669CC}"/>
              </a:ext>
            </a:extLst>
          </p:cNvPr>
          <p:cNvSpPr>
            <a:spLocks xmlns:a="http://schemas.openxmlformats.org/drawingml/2006/main" noGrp="1"/>
          </p:cNvSpPr>
          <p:nvPr/>
        </p:nvSpPr>
        <p:spPr>
          <a:xfrm xmlns:a="http://schemas.openxmlformats.org/drawingml/2006/main">
            <a:off x="609600" y="4219575"/>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86554"/>
                </a:solidFill>
                <a:latin typeface="Arial"/>
                <a:ea typeface="Arial"/>
                <a:cs typeface="Arial"/>
              </a:defRPr>
            </a:defPPr>
            <a:lvl1pPr>
              <a:defRPr sz="2025" b="0">
                <a:solidFill>
                  <a:srgbClr val="586554"/>
                </a:solidFill>
                <a:latin typeface="Arial"/>
                <a:ea typeface="Arial"/>
                <a:cs typeface="Arial"/>
              </a:defRPr>
            </a:lvl1pPr>
            <a:lvl2pPr>
              <a:defRPr sz="2025" b="0">
                <a:solidFill>
                  <a:srgbClr val="586554"/>
                </a:solidFill>
                <a:latin typeface="Arial"/>
                <a:ea typeface="Arial"/>
                <a:cs typeface="Arial"/>
              </a:defRPr>
            </a:lvl2pPr>
            <a:lvl3pPr>
              <a:defRPr sz="2025" b="0">
                <a:solidFill>
                  <a:srgbClr val="586554"/>
                </a:solidFill>
                <a:latin typeface="Arial"/>
                <a:ea typeface="Arial"/>
                <a:cs typeface="Arial"/>
              </a:defRPr>
            </a:lvl3pPr>
            <a:lvl4pPr>
              <a:defRPr sz="2025" b="0">
                <a:solidFill>
                  <a:srgbClr val="586554"/>
                </a:solidFill>
                <a:latin typeface="Arial"/>
                <a:ea typeface="Arial"/>
                <a:cs typeface="Arial"/>
              </a:defRPr>
            </a:lvl4pPr>
            <a:lvl5pPr>
              <a:defRPr sz="2025" b="0">
                <a:solidFill>
                  <a:srgbClr val="586554"/>
                </a:solidFill>
                <a:latin typeface="Arial"/>
                <a:ea typeface="Arial"/>
                <a:cs typeface="Arial"/>
              </a:defRPr>
            </a:lvl5pPr>
            <a:lvl6pPr>
              <a:defRPr sz="2025" b="0">
                <a:solidFill>
                  <a:srgbClr val="586554"/>
                </a:solidFill>
                <a:latin typeface="Arial"/>
                <a:ea typeface="Arial"/>
                <a:cs typeface="Arial"/>
              </a:defRPr>
            </a:lvl6pPr>
            <a:lvl7pPr>
              <a:defRPr sz="2025" b="0">
                <a:solidFill>
                  <a:srgbClr val="586554"/>
                </a:solidFill>
                <a:latin typeface="Arial"/>
                <a:ea typeface="Arial"/>
                <a:cs typeface="Arial"/>
              </a:defRPr>
            </a:lvl7pPr>
            <a:lvl8pPr>
              <a:defRPr sz="2025" b="0">
                <a:solidFill>
                  <a:srgbClr val="586554"/>
                </a:solidFill>
                <a:latin typeface="Arial"/>
                <a:ea typeface="Arial"/>
                <a:cs typeface="Arial"/>
              </a:defRPr>
            </a:lvl8pPr>
            <a:lvl9pPr>
              <a:defRPr sz="2025" b="0">
                <a:solidFill>
                  <a:srgbClr val="586554"/>
                </a:solidFill>
                <a:latin typeface="Arial"/>
                <a:ea typeface="Arial"/>
                <a:cs typeface="Arial"/>
              </a:defRPr>
            </a:lvl9pPr>
          </a:lstStyle>
          <a:p xmlns:a="http://schemas.openxmlformats.org/drawingml/2006/main">
            <a:pPr>
              <a:defRPr sz="2025" b="0">
                <a:solidFill>
                  <a:srgbClr val="586554"/>
                </a:solidFill>
                <a:latin typeface="Arial"/>
                <a:ea typeface="Arial"/>
                <a:cs typeface="Arial"/>
              </a:defRPr>
            </a:pPr>
            <a:r>
              <a:rPr sz="2025" b="0">
                <a:solidFill>
                  <a:srgbClr val="586554"/>
                </a:solidFill>
                <a:latin typeface="Arial"/>
                <a:ea typeface="Arial"/>
                <a:cs typeface="Arial"/>
              </a:rPr>
              <a:t>9 comprobaciones de interoperabilidad.</a:t>
            </a:r>
          </a:p>
          <a:p xmlns:a="http://schemas.openxmlformats.org/drawingml/2006/main">
            <a:pPr>
              <a:defRPr sz="2025" b="0">
                <a:solidFill>
                  <a:srgbClr val="586554"/>
                </a:solidFill>
                <a:latin typeface="Arial"/>
                <a:ea typeface="Arial"/>
                <a:cs typeface="Arial"/>
              </a:defRPr>
            </a:pPr>
            <a:r>
              <a:rPr sz="2025" b="0">
                <a:solidFill>
                  <a:srgbClr val="586554"/>
                </a:solidFill>
                <a:latin typeface="Arial"/>
                <a:ea typeface="Arial"/>
                <a:cs typeface="Arial"/>
              </a:rPr>
              <a:t>2 límites de confianza y ciclo de claves.</a:t>
            </a:r>
          </a:p>
        </p:txBody>
      </p:sp>
      <p:sp>
        <p:nvSpPr>
          <p:cNvPr id="7" name="">
            <a:extLst xmlns:a="http://schemas.openxmlformats.org/drawingml/2006/main">
              <a:ext uri="{FF2B5EF4-FFF2-40B4-BE49-F238E27FC236}">
                <a16:creationId xmlns:a16="http://schemas.microsoft.com/office/drawing/2014/main" id="{6CF83DBD-13CF-48EC-B1CB-38A9DC5D7FA1}"/>
              </a:ext>
            </a:extLst>
          </p:cNvPr>
          <p:cNvSpPr>
            <a:spLocks xmlns:a="http://schemas.openxmlformats.org/drawingml/2006/main" noGrp="1"/>
          </p:cNvSpPr>
          <p:nvPr/>
        </p:nvSpPr>
        <p:spPr>
          <a:xfrm xmlns:a="http://schemas.openxmlformats.org/drawingml/2006/main">
            <a:off x="7858125" y="1657350"/>
            <a:ext cx="361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9B542D"/>
                </a:solidFill>
                <a:latin typeface="Arial"/>
                <a:ea typeface="Arial"/>
                <a:cs typeface="Arial"/>
              </a:defRPr>
            </a:defPPr>
            <a:lvl1pPr>
              <a:defRPr sz="2400" b="1">
                <a:solidFill>
                  <a:srgbClr val="9B542D"/>
                </a:solidFill>
                <a:latin typeface="Arial"/>
                <a:ea typeface="Arial"/>
                <a:cs typeface="Arial"/>
              </a:defRPr>
            </a:lvl1pPr>
            <a:lvl2pPr>
              <a:defRPr sz="2400" b="1">
                <a:solidFill>
                  <a:srgbClr val="9B542D"/>
                </a:solidFill>
                <a:latin typeface="Arial"/>
                <a:ea typeface="Arial"/>
                <a:cs typeface="Arial"/>
              </a:defRPr>
            </a:lvl2pPr>
            <a:lvl3pPr>
              <a:defRPr sz="2400" b="1">
                <a:solidFill>
                  <a:srgbClr val="9B542D"/>
                </a:solidFill>
                <a:latin typeface="Arial"/>
                <a:ea typeface="Arial"/>
                <a:cs typeface="Arial"/>
              </a:defRPr>
            </a:lvl3pPr>
            <a:lvl4pPr>
              <a:defRPr sz="2400" b="1">
                <a:solidFill>
                  <a:srgbClr val="9B542D"/>
                </a:solidFill>
                <a:latin typeface="Arial"/>
                <a:ea typeface="Arial"/>
                <a:cs typeface="Arial"/>
              </a:defRPr>
            </a:lvl4pPr>
            <a:lvl5pPr>
              <a:defRPr sz="2400" b="1">
                <a:solidFill>
                  <a:srgbClr val="9B542D"/>
                </a:solidFill>
                <a:latin typeface="Arial"/>
                <a:ea typeface="Arial"/>
                <a:cs typeface="Arial"/>
              </a:defRPr>
            </a:lvl5pPr>
            <a:lvl6pPr>
              <a:defRPr sz="2400" b="1">
                <a:solidFill>
                  <a:srgbClr val="9B542D"/>
                </a:solidFill>
                <a:latin typeface="Arial"/>
                <a:ea typeface="Arial"/>
                <a:cs typeface="Arial"/>
              </a:defRPr>
            </a:lvl6pPr>
            <a:lvl7pPr>
              <a:defRPr sz="2400" b="1">
                <a:solidFill>
                  <a:srgbClr val="9B542D"/>
                </a:solidFill>
                <a:latin typeface="Arial"/>
                <a:ea typeface="Arial"/>
                <a:cs typeface="Arial"/>
              </a:defRPr>
            </a:lvl7pPr>
            <a:lvl8pPr>
              <a:defRPr sz="2400" b="1">
                <a:solidFill>
                  <a:srgbClr val="9B542D"/>
                </a:solidFill>
                <a:latin typeface="Arial"/>
                <a:ea typeface="Arial"/>
                <a:cs typeface="Arial"/>
              </a:defRPr>
            </a:lvl8pPr>
            <a:lvl9pPr>
              <a:defRPr sz="2400" b="1">
                <a:solidFill>
                  <a:srgbClr val="9B542D"/>
                </a:solidFill>
                <a:latin typeface="Arial"/>
                <a:ea typeface="Arial"/>
                <a:cs typeface="Arial"/>
              </a:defRPr>
            </a:lvl9pPr>
          </a:lstStyle>
          <a:p xmlns:a="http://schemas.openxmlformats.org/drawingml/2006/main">
            <a:pPr>
              <a:defRPr sz="2400" b="1">
                <a:solidFill>
                  <a:srgbClr val="9B542D"/>
                </a:solidFill>
                <a:latin typeface="Arial"/>
                <a:ea typeface="Arial"/>
                <a:cs typeface="Arial"/>
              </a:defRPr>
            </a:pPr>
            <a:r>
              <a:rPr sz="2400" b="1">
                <a:solidFill>
                  <a:srgbClr val="9B542D"/>
                </a:solidFill>
                <a:latin typeface="Arial"/>
                <a:ea typeface="Arial"/>
                <a:cs typeface="Arial"/>
              </a:rPr>
              <a:t>Burp Suite</a:t>
            </a:r>
          </a:p>
        </p:txBody>
      </p:sp>
      <p:sp>
        <p:nvSpPr>
          <p:cNvPr id="8" name="">
            <a:extLst xmlns:a="http://schemas.openxmlformats.org/drawingml/2006/main">
              <a:ext uri="{FF2B5EF4-FFF2-40B4-BE49-F238E27FC236}">
                <a16:creationId xmlns:a16="http://schemas.microsoft.com/office/drawing/2014/main" id="{66FD2D33-A55E-494E-93E2-AE873BF6D8C9}"/>
              </a:ext>
            </a:extLst>
          </p:cNvPr>
          <p:cNvSpPr>
            <a:spLocks xmlns:a="http://schemas.openxmlformats.org/drawingml/2006/main" noGrp="1"/>
          </p:cNvSpPr>
          <p:nvPr/>
        </p:nvSpPr>
        <p:spPr>
          <a:xfrm xmlns:a="http://schemas.openxmlformats.org/drawingml/2006/main">
            <a:off x="7858125" y="2295525"/>
            <a:ext cx="3619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86554"/>
                </a:solidFill>
                <a:latin typeface="Arial"/>
                <a:ea typeface="Arial"/>
                <a:cs typeface="Arial"/>
              </a:defRPr>
            </a:defPPr>
            <a:lvl1pPr>
              <a:defRPr sz="2025" b="0">
                <a:solidFill>
                  <a:srgbClr val="586554"/>
                </a:solidFill>
                <a:latin typeface="Arial"/>
                <a:ea typeface="Arial"/>
                <a:cs typeface="Arial"/>
              </a:defRPr>
            </a:lvl1pPr>
            <a:lvl2pPr>
              <a:defRPr sz="2025" b="0">
                <a:solidFill>
                  <a:srgbClr val="586554"/>
                </a:solidFill>
                <a:latin typeface="Arial"/>
                <a:ea typeface="Arial"/>
                <a:cs typeface="Arial"/>
              </a:defRPr>
            </a:lvl2pPr>
            <a:lvl3pPr>
              <a:defRPr sz="2025" b="0">
                <a:solidFill>
                  <a:srgbClr val="586554"/>
                </a:solidFill>
                <a:latin typeface="Arial"/>
                <a:ea typeface="Arial"/>
                <a:cs typeface="Arial"/>
              </a:defRPr>
            </a:lvl3pPr>
            <a:lvl4pPr>
              <a:defRPr sz="2025" b="0">
                <a:solidFill>
                  <a:srgbClr val="586554"/>
                </a:solidFill>
                <a:latin typeface="Arial"/>
                <a:ea typeface="Arial"/>
                <a:cs typeface="Arial"/>
              </a:defRPr>
            </a:lvl4pPr>
            <a:lvl5pPr>
              <a:defRPr sz="2025" b="0">
                <a:solidFill>
                  <a:srgbClr val="586554"/>
                </a:solidFill>
                <a:latin typeface="Arial"/>
                <a:ea typeface="Arial"/>
                <a:cs typeface="Arial"/>
              </a:defRPr>
            </a:lvl5pPr>
            <a:lvl6pPr>
              <a:defRPr sz="2025" b="0">
                <a:solidFill>
                  <a:srgbClr val="586554"/>
                </a:solidFill>
                <a:latin typeface="Arial"/>
                <a:ea typeface="Arial"/>
                <a:cs typeface="Arial"/>
              </a:defRPr>
            </a:lvl6pPr>
            <a:lvl7pPr>
              <a:defRPr sz="2025" b="0">
                <a:solidFill>
                  <a:srgbClr val="586554"/>
                </a:solidFill>
                <a:latin typeface="Arial"/>
                <a:ea typeface="Arial"/>
                <a:cs typeface="Arial"/>
              </a:defRPr>
            </a:lvl7pPr>
            <a:lvl8pPr>
              <a:defRPr sz="2025" b="0">
                <a:solidFill>
                  <a:srgbClr val="586554"/>
                </a:solidFill>
                <a:latin typeface="Arial"/>
                <a:ea typeface="Arial"/>
                <a:cs typeface="Arial"/>
              </a:defRPr>
            </a:lvl8pPr>
            <a:lvl9pPr>
              <a:defRPr sz="2025" b="0">
                <a:solidFill>
                  <a:srgbClr val="586554"/>
                </a:solidFill>
                <a:latin typeface="Arial"/>
                <a:ea typeface="Arial"/>
                <a:cs typeface="Arial"/>
              </a:defRPr>
            </a:lvl9pPr>
          </a:lstStyle>
          <a:p xmlns:a="http://schemas.openxmlformats.org/drawingml/2006/main">
            <a:pPr>
              <a:defRPr sz="2025" b="0">
                <a:solidFill>
                  <a:srgbClr val="586554"/>
                </a:solidFill>
                <a:latin typeface="Arial"/>
                <a:ea typeface="Arial"/>
                <a:cs typeface="Arial"/>
              </a:defRPr>
            </a:pPr>
            <a:r>
              <a:rPr sz="2025" b="0">
                <a:solidFill>
                  <a:srgbClr val="586554"/>
                </a:solidFill>
                <a:latin typeface="Arial"/>
                <a:ea typeface="Arial"/>
                <a:cs typeface="Arial"/>
              </a:rPr>
              <a:t>MCP: key 200 y echo 200.</a:t>
            </a:r>
          </a:p>
          <a:p xmlns:a="http://schemas.openxmlformats.org/drawingml/2006/main">
            <a:pPr>
              <a:defRPr sz="2025" b="0">
                <a:solidFill>
                  <a:srgbClr val="586554"/>
                </a:solidFill>
                <a:latin typeface="Arial"/>
                <a:ea typeface="Arial"/>
                <a:cs typeface="Arial"/>
              </a:defRPr>
            </a:pPr>
            <a:r>
              <a:rPr sz="2025" b="0">
                <a:solidFill>
                  <a:srgbClr val="586554"/>
                </a:solidFill>
                <a:latin typeface="Arial"/>
                <a:ea typeface="Arial"/>
                <a:cs typeface="Arial"/>
              </a:rPr>
              <a:t>Echo alterado: 400.</a:t>
            </a:r>
          </a:p>
          <a:p xmlns:a="http://schemas.openxmlformats.org/drawingml/2006/main">
            <a:pPr>
              <a:defRPr sz="2025" b="0">
                <a:solidFill>
                  <a:srgbClr val="586554"/>
                </a:solidFill>
                <a:latin typeface="Arial"/>
                <a:ea typeface="Arial"/>
                <a:cs typeface="Arial"/>
              </a:defRPr>
            </a:pPr>
            <a:r>
              <a:rPr sz="2025" b="0">
                <a:solidFill>
                  <a:srgbClr val="586554"/>
                </a:solidFill>
                <a:latin typeface="Arial"/>
                <a:ea typeface="Arial"/>
                <a:cs typeface="Arial"/>
              </a:rPr>
              <a:t>Sin repetir pagos.</a:t>
            </a:r>
          </a:p>
        </p:txBody>
      </p:sp>
      <p:sp>
        <p:nvSpPr>
          <p:cNvPr id="9" name="">
            <a:extLst xmlns:a="http://schemas.openxmlformats.org/drawingml/2006/main">
              <a:ext uri="{FF2B5EF4-FFF2-40B4-BE49-F238E27FC236}">
                <a16:creationId xmlns:a16="http://schemas.microsoft.com/office/drawing/2014/main" id="{4C52249C-11F1-4BBE-A034-C1B6F08D34E1}"/>
              </a:ext>
            </a:extLst>
          </p:cNvPr>
          <p:cNvSpPr>
            <a:spLocks xmlns:a="http://schemas.openxmlformats.org/drawingml/2006/main" noGrp="1"/>
          </p:cNvSpPr>
          <p:nvPr/>
        </p:nvSpPr>
        <p:spPr>
          <a:xfrm xmlns:a="http://schemas.openxmlformats.org/drawingml/2006/main">
            <a:off x="609600" y="55721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314130"/>
                </a:solidFill>
                <a:latin typeface="Arial"/>
                <a:ea typeface="Arial"/>
                <a:cs typeface="Arial"/>
              </a:defRPr>
            </a:defPPr>
            <a:lvl1pPr>
              <a:defRPr sz="2025" b="0">
                <a:solidFill>
                  <a:srgbClr val="314130"/>
                </a:solidFill>
                <a:latin typeface="Arial"/>
                <a:ea typeface="Arial"/>
                <a:cs typeface="Arial"/>
              </a:defRPr>
            </a:lvl1pPr>
            <a:lvl2pPr>
              <a:defRPr sz="2025" b="0">
                <a:solidFill>
                  <a:srgbClr val="314130"/>
                </a:solidFill>
                <a:latin typeface="Arial"/>
                <a:ea typeface="Arial"/>
                <a:cs typeface="Arial"/>
              </a:defRPr>
            </a:lvl2pPr>
            <a:lvl3pPr>
              <a:defRPr sz="2025" b="0">
                <a:solidFill>
                  <a:srgbClr val="314130"/>
                </a:solidFill>
                <a:latin typeface="Arial"/>
                <a:ea typeface="Arial"/>
                <a:cs typeface="Arial"/>
              </a:defRPr>
            </a:lvl3pPr>
            <a:lvl4pPr>
              <a:defRPr sz="2025" b="0">
                <a:solidFill>
                  <a:srgbClr val="314130"/>
                </a:solidFill>
                <a:latin typeface="Arial"/>
                <a:ea typeface="Arial"/>
                <a:cs typeface="Arial"/>
              </a:defRPr>
            </a:lvl4pPr>
            <a:lvl5pPr>
              <a:defRPr sz="2025" b="0">
                <a:solidFill>
                  <a:srgbClr val="314130"/>
                </a:solidFill>
                <a:latin typeface="Arial"/>
                <a:ea typeface="Arial"/>
                <a:cs typeface="Arial"/>
              </a:defRPr>
            </a:lvl5pPr>
            <a:lvl6pPr>
              <a:defRPr sz="2025" b="0">
                <a:solidFill>
                  <a:srgbClr val="314130"/>
                </a:solidFill>
                <a:latin typeface="Arial"/>
                <a:ea typeface="Arial"/>
                <a:cs typeface="Arial"/>
              </a:defRPr>
            </a:lvl6pPr>
            <a:lvl7pPr>
              <a:defRPr sz="2025" b="0">
                <a:solidFill>
                  <a:srgbClr val="314130"/>
                </a:solidFill>
                <a:latin typeface="Arial"/>
                <a:ea typeface="Arial"/>
                <a:cs typeface="Arial"/>
              </a:defRPr>
            </a:lvl7pPr>
            <a:lvl8pPr>
              <a:defRPr sz="2025" b="0">
                <a:solidFill>
                  <a:srgbClr val="314130"/>
                </a:solidFill>
                <a:latin typeface="Arial"/>
                <a:ea typeface="Arial"/>
                <a:cs typeface="Arial"/>
              </a:defRPr>
            </a:lvl8pPr>
            <a:lvl9pPr>
              <a:defRPr sz="2025" b="0">
                <a:solidFill>
                  <a:srgbClr val="314130"/>
                </a:solidFill>
                <a:latin typeface="Arial"/>
                <a:ea typeface="Arial"/>
                <a:cs typeface="Arial"/>
              </a:defRPr>
            </a:lvl9pPr>
          </a:lstStyle>
          <a:p xmlns:a="http://schemas.openxmlformats.org/drawingml/2006/main">
            <a:pPr>
              <a:defRPr sz="2025" b="0">
                <a:solidFill>
                  <a:srgbClr val="314130"/>
                </a:solidFill>
                <a:latin typeface="Arial"/>
                <a:ea typeface="Arial"/>
                <a:cs typeface="Arial"/>
              </a:defRPr>
            </a:pPr>
            <a:r>
              <a:rPr sz="2025" b="0">
                <a:solidFill>
                  <a:srgbClr val="314130"/>
                </a:solidFill>
                <a:latin typeface="Arial"/>
                <a:ea typeface="Arial"/>
                <a:cs typeface="Arial"/>
              </a:rPr>
              <a:t>Las pruebas verifican propiedades concretas. La suite no certifica toda la plataforma.</a:t>
            </a:r>
          </a:p>
        </p:txBody>
      </p:sp>
    </p:spTree>
    <p:extLst>
      <p:ext uri="{BB962C8B-B14F-4D97-AF65-F5344CB8AC3E}">
        <p14:creationId xmlns:p14="http://schemas.microsoft.com/office/powerpoint/2010/main" val="413075795"/>
      </p:ext>
    </p:extLst>
  </p:cSld>
</p:sld>
</file>

<file path=ppt/slides/slide10.xml><?xml version="1.0" encoding="utf-8"?>
<p:sld xmlns:p="http://schemas.openxmlformats.org/presentationml/2006/main">
  <p:cSld>
    <p:bg>
      <p:bgPr>
        <a:solidFill xmlns:a="http://schemas.openxmlformats.org/drawingml/2006/main">
          <a:srgbClr val="F3EEDC"/>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DA0F440C-B015-434A-95E3-B1BA232375A3}"/>
              </a:ext>
            </a:extLst>
          </p:cNvPr>
          <p:cNvCxnSpPr>
            <a:stCxn xmlns:a="http://schemas.openxmlformats.org/drawingml/2006/main" id="4" idx="3"/>
            <a:endCxn xmlns:a="http://schemas.openxmlformats.org/drawingml/2006/main" id="5" idx="1"/>
          </p:cNvCxnSpPr>
          <p:nvPr/>
        </p:nvCxnSpPr>
        <p:spPr>
          <a:xfrm xmlns:a="http://schemas.openxmlformats.org/drawingml/2006/main">
            <a:off x="7715250" y="2571750"/>
            <a:ext cx="628650" cy="0"/>
          </a:xfrm>
          <a:prstGeom xmlns:a="http://schemas.openxmlformats.org/drawingml/2006/main" prst="straightConnector1">
            <a:avLst/>
          </a:prstGeom>
          <a:ln xmlns:a="http://schemas.openxmlformats.org/drawingml/2006/main" w="19050">
            <a:solidFill>
              <a:srgbClr val="9B542D"/>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A92E163B-2AF6-44BD-BEF6-5A5EA648F169}"/>
              </a:ext>
            </a:extLst>
          </p:cNvPr>
          <p:cNvCxnSpPr>
            <a:stCxn xmlns:a="http://schemas.openxmlformats.org/drawingml/2006/main" id="3" idx="3"/>
            <a:endCxn xmlns:a="http://schemas.openxmlformats.org/drawingml/2006/main" id="4" idx="1"/>
          </p:cNvCxnSpPr>
          <p:nvPr/>
        </p:nvCxnSpPr>
        <p:spPr>
          <a:xfrm xmlns:a="http://schemas.openxmlformats.org/drawingml/2006/main">
            <a:off x="3848100" y="2571750"/>
            <a:ext cx="628650" cy="0"/>
          </a:xfrm>
          <a:prstGeom xmlns:a="http://schemas.openxmlformats.org/drawingml/2006/main" prst="straightConnector1">
            <a:avLst/>
          </a:prstGeom>
          <a:ln xmlns:a="http://schemas.openxmlformats.org/drawingml/2006/main" w="19050">
            <a:solidFill>
              <a:srgbClr val="9B542D"/>
            </a:solidFill>
            <a:prstDash val="solid"/>
            <a:tailEnd type="arrow" w="med" len="med"/>
          </a:ln>
        </p:spPr>
      </p:cxnSp>
      <p:sp>
        <p:nvSpPr>
          <p:cNvPr id="11" name="">
            <a:extLst xmlns:a="http://schemas.openxmlformats.org/drawingml/2006/main">
              <a:ext uri="{FF2B5EF4-FFF2-40B4-BE49-F238E27FC236}">
                <a16:creationId xmlns:a16="http://schemas.microsoft.com/office/drawing/2014/main" id="{6B9F14FD-E0F8-49D7-A4D4-9034B563C774}"/>
              </a:ext>
            </a:extLst>
          </p:cNvPr>
          <p:cNvSpPr>
            <a:spLocks xmlns:a="http://schemas.openxmlformats.org/drawingml/2006/main" noGrp="1"/>
          </p:cNvSpPr>
          <p:nvPr/>
        </p:nvSpPr>
        <p:spPr>
          <a:xfrm xmlns:a="http://schemas.openxmlformats.org/drawingml/2006/main">
            <a:off x="609600" y="4762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0">
                <a:solidFill>
                  <a:srgbClr val="314130"/>
                </a:solidFill>
                <a:latin typeface="Georgia"/>
                <a:ea typeface="Georgia"/>
                <a:cs typeface="Georgia"/>
              </a:defRPr>
            </a:defPPr>
            <a:lvl1pPr>
              <a:defRPr sz="3300" b="0">
                <a:solidFill>
                  <a:srgbClr val="314130"/>
                </a:solidFill>
                <a:latin typeface="Georgia"/>
                <a:ea typeface="Georgia"/>
                <a:cs typeface="Georgia"/>
              </a:defRPr>
            </a:lvl1pPr>
            <a:lvl2pPr>
              <a:defRPr sz="3300" b="0">
                <a:solidFill>
                  <a:srgbClr val="314130"/>
                </a:solidFill>
                <a:latin typeface="Georgia"/>
                <a:ea typeface="Georgia"/>
                <a:cs typeface="Georgia"/>
              </a:defRPr>
            </a:lvl2pPr>
            <a:lvl3pPr>
              <a:defRPr sz="3300" b="0">
                <a:solidFill>
                  <a:srgbClr val="314130"/>
                </a:solidFill>
                <a:latin typeface="Georgia"/>
                <a:ea typeface="Georgia"/>
                <a:cs typeface="Georgia"/>
              </a:defRPr>
            </a:lvl3pPr>
            <a:lvl4pPr>
              <a:defRPr sz="3300" b="0">
                <a:solidFill>
                  <a:srgbClr val="314130"/>
                </a:solidFill>
                <a:latin typeface="Georgia"/>
                <a:ea typeface="Georgia"/>
                <a:cs typeface="Georgia"/>
              </a:defRPr>
            </a:lvl4pPr>
            <a:lvl5pPr>
              <a:defRPr sz="3300" b="0">
                <a:solidFill>
                  <a:srgbClr val="314130"/>
                </a:solidFill>
                <a:latin typeface="Georgia"/>
                <a:ea typeface="Georgia"/>
                <a:cs typeface="Georgia"/>
              </a:defRPr>
            </a:lvl5pPr>
            <a:lvl6pPr>
              <a:defRPr sz="3300" b="0">
                <a:solidFill>
                  <a:srgbClr val="314130"/>
                </a:solidFill>
                <a:latin typeface="Georgia"/>
                <a:ea typeface="Georgia"/>
                <a:cs typeface="Georgia"/>
              </a:defRPr>
            </a:lvl6pPr>
            <a:lvl7pPr>
              <a:defRPr sz="3300" b="0">
                <a:solidFill>
                  <a:srgbClr val="314130"/>
                </a:solidFill>
                <a:latin typeface="Georgia"/>
                <a:ea typeface="Georgia"/>
                <a:cs typeface="Georgia"/>
              </a:defRPr>
            </a:lvl7pPr>
            <a:lvl8pPr>
              <a:defRPr sz="3300" b="0">
                <a:solidFill>
                  <a:srgbClr val="314130"/>
                </a:solidFill>
                <a:latin typeface="Georgia"/>
                <a:ea typeface="Georgia"/>
                <a:cs typeface="Georgia"/>
              </a:defRPr>
            </a:lvl8pPr>
            <a:lvl9pPr>
              <a:defRPr sz="3300" b="0">
                <a:solidFill>
                  <a:srgbClr val="314130"/>
                </a:solidFill>
                <a:latin typeface="Georgia"/>
                <a:ea typeface="Georgia"/>
                <a:cs typeface="Georgia"/>
              </a:defRPr>
            </a:lvl9pPr>
          </a:lstStyle>
          <a:p xmlns:a="http://schemas.openxmlformats.org/drawingml/2006/main">
            <a:pPr>
              <a:defRPr sz="3300" b="0">
                <a:solidFill>
                  <a:srgbClr val="314130"/>
                </a:solidFill>
                <a:latin typeface="Georgia"/>
                <a:ea typeface="Georgia"/>
                <a:cs typeface="Georgia"/>
              </a:defRPr>
            </a:pPr>
            <a:r>
              <a:rPr sz="3300" b="0">
                <a:solidFill>
                  <a:srgbClr val="314130"/>
                </a:solidFill>
                <a:latin typeface="Georgia"/>
                <a:ea typeface="Georgia"/>
                <a:cs typeface="Georgia"/>
              </a:rPr>
              <a:t>El login entrega identidad. La pasarela aplica permisos</a:t>
            </a:r>
          </a:p>
        </p:txBody>
      </p:sp>
      <p:sp>
        <p:nvSpPr>
          <p:cNvPr id="2" name="">
            <a:extLst xmlns:a="http://schemas.openxmlformats.org/drawingml/2006/main">
              <a:ext uri="{FF2B5EF4-FFF2-40B4-BE49-F238E27FC236}">
                <a16:creationId xmlns:a16="http://schemas.microsoft.com/office/drawing/2014/main" id="{02D06C07-102F-4D24-B8FB-BC6BD7607FD4}"/>
              </a:ext>
            </a:extLst>
          </p:cNvPr>
          <p:cNvSpPr>
            <a:spLocks xmlns:a="http://schemas.openxmlformats.org/drawingml/2006/main" noGrp="1"/>
          </p:cNvSpPr>
          <p:nvPr/>
        </p:nvSpPr>
        <p:spPr>
          <a:xfrm xmlns:a="http://schemas.openxmlformats.org/drawingml/2006/main">
            <a:off x="609600" y="641985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86554"/>
                </a:solidFill>
                <a:latin typeface="Arial"/>
                <a:ea typeface="Arial"/>
                <a:cs typeface="Arial"/>
              </a:defRPr>
            </a:defPPr>
            <a:lvl1pPr>
              <a:defRPr sz="1200" b="0">
                <a:solidFill>
                  <a:srgbClr val="586554"/>
                </a:solidFill>
                <a:latin typeface="Arial"/>
                <a:ea typeface="Arial"/>
                <a:cs typeface="Arial"/>
              </a:defRPr>
            </a:lvl1pPr>
            <a:lvl2pPr>
              <a:defRPr sz="1200" b="0">
                <a:solidFill>
                  <a:srgbClr val="586554"/>
                </a:solidFill>
                <a:latin typeface="Arial"/>
                <a:ea typeface="Arial"/>
                <a:cs typeface="Arial"/>
              </a:defRPr>
            </a:lvl2pPr>
            <a:lvl3pPr>
              <a:defRPr sz="1200" b="0">
                <a:solidFill>
                  <a:srgbClr val="586554"/>
                </a:solidFill>
                <a:latin typeface="Arial"/>
                <a:ea typeface="Arial"/>
                <a:cs typeface="Arial"/>
              </a:defRPr>
            </a:lvl3pPr>
            <a:lvl4pPr>
              <a:defRPr sz="1200" b="0">
                <a:solidFill>
                  <a:srgbClr val="586554"/>
                </a:solidFill>
                <a:latin typeface="Arial"/>
                <a:ea typeface="Arial"/>
                <a:cs typeface="Arial"/>
              </a:defRPr>
            </a:lvl4pPr>
            <a:lvl5pPr>
              <a:defRPr sz="1200" b="0">
                <a:solidFill>
                  <a:srgbClr val="586554"/>
                </a:solidFill>
                <a:latin typeface="Arial"/>
                <a:ea typeface="Arial"/>
                <a:cs typeface="Arial"/>
              </a:defRPr>
            </a:lvl5pPr>
            <a:lvl6pPr>
              <a:defRPr sz="1200" b="0">
                <a:solidFill>
                  <a:srgbClr val="586554"/>
                </a:solidFill>
                <a:latin typeface="Arial"/>
                <a:ea typeface="Arial"/>
                <a:cs typeface="Arial"/>
              </a:defRPr>
            </a:lvl6pPr>
            <a:lvl7pPr>
              <a:defRPr sz="1200" b="0">
                <a:solidFill>
                  <a:srgbClr val="586554"/>
                </a:solidFill>
                <a:latin typeface="Arial"/>
                <a:ea typeface="Arial"/>
                <a:cs typeface="Arial"/>
              </a:defRPr>
            </a:lvl7pPr>
            <a:lvl8pPr>
              <a:defRPr sz="1200" b="0">
                <a:solidFill>
                  <a:srgbClr val="586554"/>
                </a:solidFill>
                <a:latin typeface="Arial"/>
                <a:ea typeface="Arial"/>
                <a:cs typeface="Arial"/>
              </a:defRPr>
            </a:lvl8pPr>
            <a:lvl9pPr>
              <a:defRPr sz="1200" b="0">
                <a:solidFill>
                  <a:srgbClr val="586554"/>
                </a:solidFill>
                <a:latin typeface="Arial"/>
                <a:ea typeface="Arial"/>
                <a:cs typeface="Arial"/>
              </a:defRPr>
            </a:lvl9pPr>
          </a:lstStyle>
          <a:p xmlns:a="http://schemas.openxmlformats.org/drawingml/2006/main">
            <a:pPr>
              <a:defRPr sz="1200" b="0">
                <a:solidFill>
                  <a:srgbClr val="586554"/>
                </a:solidFill>
                <a:latin typeface="Arial"/>
                <a:ea typeface="Arial"/>
                <a:cs typeface="Arial"/>
              </a:defRPr>
            </a:pPr>
            <a:r>
              <a:rPr sz="1200" b="0">
                <a:solidFill>
                  <a:srgbClr val="586554"/>
                </a:solidFill>
                <a:latin typeface="Arial"/>
                <a:ea typeface="Arial"/>
                <a:cs typeface="Arial"/>
              </a:rPr>
              <a:t>10  TerraCierta · Onyx</a:t>
            </a:r>
          </a:p>
        </p:txBody>
      </p:sp>
      <p:sp>
        <p:nvSpPr>
          <p:cNvPr id="3" name="">
            <a:extLst xmlns:a="http://schemas.openxmlformats.org/drawingml/2006/main">
              <a:ext uri="{FF2B5EF4-FFF2-40B4-BE49-F238E27FC236}">
                <a16:creationId xmlns:a16="http://schemas.microsoft.com/office/drawing/2014/main" id="{49E918F5-C2D2-4175-A9B8-C051F91CEAE1}"/>
              </a:ext>
            </a:extLst>
          </p:cNvPr>
          <p:cNvSpPr>
            <a:spLocks xmlns:a="http://schemas.openxmlformats.org/drawingml/2006/main" noGrp="1"/>
          </p:cNvSpPr>
          <p:nvPr/>
        </p:nvSpPr>
        <p:spPr>
          <a:xfrm xmlns:a="http://schemas.openxmlformats.org/drawingml/2006/main">
            <a:off x="609600" y="2000250"/>
            <a:ext cx="3238500" cy="1143000"/>
          </a:xfrm>
          <a:prstGeom xmlns:a="http://schemas.openxmlformats.org/drawingml/2006/main" prst="rect">
            <a:avLst/>
          </a:prstGeom>
          <a:solidFill xmlns:a="http://schemas.openxmlformats.org/drawingml/2006/main">
            <a:srgbClr val="F3EEDC"/>
          </a:solidFill>
          <a:ln xmlns:a="http://schemas.openxmlformats.org/drawingml/2006/main" w="16193">
            <a:solidFill>
              <a:srgbClr val="314130"/>
            </a:solidFill>
          </a:ln>
        </p:spPr>
        <p:txBody>
          <a:bodyPr xmlns:a="http://schemas.openxmlformats.org/drawingml/2006/main" lIns="114300" tIns="114300" rIns="114300" bIns="114300" anchor="ctr"/>
          <a:lstStyle xmlns:a="http://schemas.openxmlformats.org/drawingml/2006/main">
            <a:defPPr algn="ctr">
              <a:defRPr sz="1875">
                <a:solidFill>
                  <a:srgbClr val="314130"/>
                </a:solidFill>
                <a:latin typeface="Arial"/>
                <a:ea typeface="Arial"/>
                <a:cs typeface="Arial"/>
              </a:defRPr>
            </a:defPPr>
            <a:lvl1pPr algn="ctr">
              <a:defRPr sz="1875">
                <a:solidFill>
                  <a:srgbClr val="314130"/>
                </a:solidFill>
                <a:latin typeface="Arial"/>
                <a:ea typeface="Arial"/>
                <a:cs typeface="Arial"/>
              </a:defRPr>
            </a:lvl1pPr>
            <a:lvl2pPr algn="ctr">
              <a:defRPr sz="1875">
                <a:solidFill>
                  <a:srgbClr val="314130"/>
                </a:solidFill>
                <a:latin typeface="Arial"/>
                <a:ea typeface="Arial"/>
                <a:cs typeface="Arial"/>
              </a:defRPr>
            </a:lvl2pPr>
            <a:lvl3pPr algn="ctr">
              <a:defRPr sz="1875">
                <a:solidFill>
                  <a:srgbClr val="314130"/>
                </a:solidFill>
                <a:latin typeface="Arial"/>
                <a:ea typeface="Arial"/>
                <a:cs typeface="Arial"/>
              </a:defRPr>
            </a:lvl3pPr>
            <a:lvl4pPr algn="ctr">
              <a:defRPr sz="1875">
                <a:solidFill>
                  <a:srgbClr val="314130"/>
                </a:solidFill>
                <a:latin typeface="Arial"/>
                <a:ea typeface="Arial"/>
                <a:cs typeface="Arial"/>
              </a:defRPr>
            </a:lvl4pPr>
            <a:lvl5pPr algn="ctr">
              <a:defRPr sz="1875">
                <a:solidFill>
                  <a:srgbClr val="314130"/>
                </a:solidFill>
                <a:latin typeface="Arial"/>
                <a:ea typeface="Arial"/>
                <a:cs typeface="Arial"/>
              </a:defRPr>
            </a:lvl5pPr>
            <a:lvl6pPr algn="ctr">
              <a:defRPr sz="1875">
                <a:solidFill>
                  <a:srgbClr val="314130"/>
                </a:solidFill>
                <a:latin typeface="Arial"/>
                <a:ea typeface="Arial"/>
                <a:cs typeface="Arial"/>
              </a:defRPr>
            </a:lvl6pPr>
            <a:lvl7pPr algn="ctr">
              <a:defRPr sz="1875">
                <a:solidFill>
                  <a:srgbClr val="314130"/>
                </a:solidFill>
                <a:latin typeface="Arial"/>
                <a:ea typeface="Arial"/>
                <a:cs typeface="Arial"/>
              </a:defRPr>
            </a:lvl7pPr>
            <a:lvl8pPr algn="ctr">
              <a:defRPr sz="1875">
                <a:solidFill>
                  <a:srgbClr val="314130"/>
                </a:solidFill>
                <a:latin typeface="Arial"/>
                <a:ea typeface="Arial"/>
                <a:cs typeface="Arial"/>
              </a:defRPr>
            </a:lvl8pPr>
            <a:lvl9pPr algn="ctr">
              <a:defRPr sz="1875">
                <a:solidFill>
                  <a:srgbClr val="314130"/>
                </a:solidFill>
                <a:latin typeface="Arial"/>
                <a:ea typeface="Arial"/>
                <a:cs typeface="Arial"/>
              </a:defRPr>
            </a:lvl9pPr>
          </a:lstStyle>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Sesión validada</a:t>
            </a:r>
          </a:p>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Perfil del servidor</a:t>
            </a:r>
          </a:p>
        </p:txBody>
      </p:sp>
      <p:sp>
        <p:nvSpPr>
          <p:cNvPr id="4" name="">
            <a:extLst xmlns:a="http://schemas.openxmlformats.org/drawingml/2006/main">
              <a:ext uri="{FF2B5EF4-FFF2-40B4-BE49-F238E27FC236}">
                <a16:creationId xmlns:a16="http://schemas.microsoft.com/office/drawing/2014/main" id="{63018F4A-0150-4EC9-AD99-92E137EA6962}"/>
              </a:ext>
            </a:extLst>
          </p:cNvPr>
          <p:cNvSpPr>
            <a:spLocks xmlns:a="http://schemas.openxmlformats.org/drawingml/2006/main" noGrp="1"/>
          </p:cNvSpPr>
          <p:nvPr/>
        </p:nvSpPr>
        <p:spPr>
          <a:xfrm xmlns:a="http://schemas.openxmlformats.org/drawingml/2006/main">
            <a:off x="4476750" y="2000250"/>
            <a:ext cx="3238500" cy="1143000"/>
          </a:xfrm>
          <a:prstGeom xmlns:a="http://schemas.openxmlformats.org/drawingml/2006/main" prst="rect">
            <a:avLst/>
          </a:prstGeom>
          <a:solidFill xmlns:a="http://schemas.openxmlformats.org/drawingml/2006/main">
            <a:srgbClr val="314130"/>
          </a:solidFill>
          <a:ln xmlns:a="http://schemas.openxmlformats.org/drawingml/2006/main" w="16193">
            <a:solidFill>
              <a:srgbClr val="314130"/>
            </a:solidFill>
          </a:ln>
        </p:spPr>
        <p:txBody>
          <a:bodyPr xmlns:a="http://schemas.openxmlformats.org/drawingml/2006/main" lIns="114300" tIns="114300" rIns="114300" bIns="114300" anchor="ctr"/>
          <a:lstStyle xmlns:a="http://schemas.openxmlformats.org/drawingml/2006/main">
            <a:defPPr algn="ctr">
              <a:defRPr sz="1875">
                <a:solidFill>
                  <a:srgbClr val="F3EEDC"/>
                </a:solidFill>
                <a:latin typeface="Arial"/>
                <a:ea typeface="Arial"/>
                <a:cs typeface="Arial"/>
              </a:defRPr>
            </a:defPPr>
            <a:lvl1pPr algn="ctr">
              <a:defRPr sz="1875">
                <a:solidFill>
                  <a:srgbClr val="F3EEDC"/>
                </a:solidFill>
                <a:latin typeface="Arial"/>
                <a:ea typeface="Arial"/>
                <a:cs typeface="Arial"/>
              </a:defRPr>
            </a:lvl1pPr>
            <a:lvl2pPr algn="ctr">
              <a:defRPr sz="1875">
                <a:solidFill>
                  <a:srgbClr val="F3EEDC"/>
                </a:solidFill>
                <a:latin typeface="Arial"/>
                <a:ea typeface="Arial"/>
                <a:cs typeface="Arial"/>
              </a:defRPr>
            </a:lvl2pPr>
            <a:lvl3pPr algn="ctr">
              <a:defRPr sz="1875">
                <a:solidFill>
                  <a:srgbClr val="F3EEDC"/>
                </a:solidFill>
                <a:latin typeface="Arial"/>
                <a:ea typeface="Arial"/>
                <a:cs typeface="Arial"/>
              </a:defRPr>
            </a:lvl3pPr>
            <a:lvl4pPr algn="ctr">
              <a:defRPr sz="1875">
                <a:solidFill>
                  <a:srgbClr val="F3EEDC"/>
                </a:solidFill>
                <a:latin typeface="Arial"/>
                <a:ea typeface="Arial"/>
                <a:cs typeface="Arial"/>
              </a:defRPr>
            </a:lvl4pPr>
            <a:lvl5pPr algn="ctr">
              <a:defRPr sz="1875">
                <a:solidFill>
                  <a:srgbClr val="F3EEDC"/>
                </a:solidFill>
                <a:latin typeface="Arial"/>
                <a:ea typeface="Arial"/>
                <a:cs typeface="Arial"/>
              </a:defRPr>
            </a:lvl5pPr>
            <a:lvl6pPr algn="ctr">
              <a:defRPr sz="1875">
                <a:solidFill>
                  <a:srgbClr val="F3EEDC"/>
                </a:solidFill>
                <a:latin typeface="Arial"/>
                <a:ea typeface="Arial"/>
                <a:cs typeface="Arial"/>
              </a:defRPr>
            </a:lvl6pPr>
            <a:lvl7pPr algn="ctr">
              <a:defRPr sz="1875">
                <a:solidFill>
                  <a:srgbClr val="F3EEDC"/>
                </a:solidFill>
                <a:latin typeface="Arial"/>
                <a:ea typeface="Arial"/>
                <a:cs typeface="Arial"/>
              </a:defRPr>
            </a:lvl7pPr>
            <a:lvl8pPr algn="ctr">
              <a:defRPr sz="1875">
                <a:solidFill>
                  <a:srgbClr val="F3EEDC"/>
                </a:solidFill>
                <a:latin typeface="Arial"/>
                <a:ea typeface="Arial"/>
                <a:cs typeface="Arial"/>
              </a:defRPr>
            </a:lvl8pPr>
            <a:lvl9pPr algn="ctr">
              <a:defRPr sz="1875">
                <a:solidFill>
                  <a:srgbClr val="F3EEDC"/>
                </a:solidFill>
                <a:latin typeface="Arial"/>
                <a:ea typeface="Arial"/>
                <a:cs typeface="Arial"/>
              </a:defRPr>
            </a:lvl9pPr>
          </a:lstStyle>
          <a:p xmlns:a="http://schemas.openxmlformats.org/drawingml/2006/main">
            <a:pPr algn="ctr">
              <a:defRPr sz="1875">
                <a:solidFill>
                  <a:srgbClr val="F3EEDC"/>
                </a:solidFill>
                <a:latin typeface="Arial"/>
                <a:ea typeface="Arial"/>
                <a:cs typeface="Arial"/>
              </a:defRPr>
            </a:pPr>
            <a:r>
              <a:rPr sz="1875">
                <a:solidFill>
                  <a:srgbClr val="F3EEDC"/>
                </a:solidFill>
                <a:latin typeface="Arial"/>
                <a:ea typeface="Arial"/>
                <a:cs typeface="Arial"/>
              </a:rPr>
              <a:t>Propiedad y rol</a:t>
            </a:r>
          </a:p>
          <a:p xmlns:a="http://schemas.openxmlformats.org/drawingml/2006/main">
            <a:pPr algn="ctr">
              <a:defRPr sz="1875">
                <a:solidFill>
                  <a:srgbClr val="F3EEDC"/>
                </a:solidFill>
                <a:latin typeface="Arial"/>
                <a:ea typeface="Arial"/>
                <a:cs typeface="Arial"/>
              </a:defRPr>
            </a:pPr>
            <a:r>
              <a:rPr sz="1875">
                <a:solidFill>
                  <a:srgbClr val="F3EEDC"/>
                </a:solidFill>
                <a:latin typeface="Arial"/>
                <a:ea typeface="Arial"/>
                <a:cs typeface="Arial"/>
              </a:rPr>
              <a:t>Monto y receptor</a:t>
            </a:r>
          </a:p>
        </p:txBody>
      </p:sp>
      <p:sp>
        <p:nvSpPr>
          <p:cNvPr id="5" name="">
            <a:extLst xmlns:a="http://schemas.openxmlformats.org/drawingml/2006/main">
              <a:ext uri="{FF2B5EF4-FFF2-40B4-BE49-F238E27FC236}">
                <a16:creationId xmlns:a16="http://schemas.microsoft.com/office/drawing/2014/main" id="{50A3BB83-932C-4890-B5F5-CA4387AF529F}"/>
              </a:ext>
            </a:extLst>
          </p:cNvPr>
          <p:cNvSpPr>
            <a:spLocks xmlns:a="http://schemas.openxmlformats.org/drawingml/2006/main" noGrp="1"/>
          </p:cNvSpPr>
          <p:nvPr/>
        </p:nvSpPr>
        <p:spPr>
          <a:xfrm xmlns:a="http://schemas.openxmlformats.org/drawingml/2006/main">
            <a:off x="8343900" y="2000250"/>
            <a:ext cx="3238500" cy="1143000"/>
          </a:xfrm>
          <a:prstGeom xmlns:a="http://schemas.openxmlformats.org/drawingml/2006/main" prst="rect">
            <a:avLst/>
          </a:prstGeom>
          <a:solidFill xmlns:a="http://schemas.openxmlformats.org/drawingml/2006/main">
            <a:srgbClr val="F3EEDC"/>
          </a:solidFill>
          <a:ln xmlns:a="http://schemas.openxmlformats.org/drawingml/2006/main" w="16193">
            <a:solidFill>
              <a:srgbClr val="314130"/>
            </a:solidFill>
          </a:ln>
        </p:spPr>
        <p:txBody>
          <a:bodyPr xmlns:a="http://schemas.openxmlformats.org/drawingml/2006/main" lIns="114300" tIns="114300" rIns="114300" bIns="114300" anchor="ctr"/>
          <a:lstStyle xmlns:a="http://schemas.openxmlformats.org/drawingml/2006/main">
            <a:defPPr algn="ctr">
              <a:defRPr sz="1875">
                <a:solidFill>
                  <a:srgbClr val="314130"/>
                </a:solidFill>
                <a:latin typeface="Arial"/>
                <a:ea typeface="Arial"/>
                <a:cs typeface="Arial"/>
              </a:defRPr>
            </a:defPPr>
            <a:lvl1pPr algn="ctr">
              <a:defRPr sz="1875">
                <a:solidFill>
                  <a:srgbClr val="314130"/>
                </a:solidFill>
                <a:latin typeface="Arial"/>
                <a:ea typeface="Arial"/>
                <a:cs typeface="Arial"/>
              </a:defRPr>
            </a:lvl1pPr>
            <a:lvl2pPr algn="ctr">
              <a:defRPr sz="1875">
                <a:solidFill>
                  <a:srgbClr val="314130"/>
                </a:solidFill>
                <a:latin typeface="Arial"/>
                <a:ea typeface="Arial"/>
                <a:cs typeface="Arial"/>
              </a:defRPr>
            </a:lvl2pPr>
            <a:lvl3pPr algn="ctr">
              <a:defRPr sz="1875">
                <a:solidFill>
                  <a:srgbClr val="314130"/>
                </a:solidFill>
                <a:latin typeface="Arial"/>
                <a:ea typeface="Arial"/>
                <a:cs typeface="Arial"/>
              </a:defRPr>
            </a:lvl3pPr>
            <a:lvl4pPr algn="ctr">
              <a:defRPr sz="1875">
                <a:solidFill>
                  <a:srgbClr val="314130"/>
                </a:solidFill>
                <a:latin typeface="Arial"/>
                <a:ea typeface="Arial"/>
                <a:cs typeface="Arial"/>
              </a:defRPr>
            </a:lvl4pPr>
            <a:lvl5pPr algn="ctr">
              <a:defRPr sz="1875">
                <a:solidFill>
                  <a:srgbClr val="314130"/>
                </a:solidFill>
                <a:latin typeface="Arial"/>
                <a:ea typeface="Arial"/>
                <a:cs typeface="Arial"/>
              </a:defRPr>
            </a:lvl5pPr>
            <a:lvl6pPr algn="ctr">
              <a:defRPr sz="1875">
                <a:solidFill>
                  <a:srgbClr val="314130"/>
                </a:solidFill>
                <a:latin typeface="Arial"/>
                <a:ea typeface="Arial"/>
                <a:cs typeface="Arial"/>
              </a:defRPr>
            </a:lvl6pPr>
            <a:lvl7pPr algn="ctr">
              <a:defRPr sz="1875">
                <a:solidFill>
                  <a:srgbClr val="314130"/>
                </a:solidFill>
                <a:latin typeface="Arial"/>
                <a:ea typeface="Arial"/>
                <a:cs typeface="Arial"/>
              </a:defRPr>
            </a:lvl7pPr>
            <a:lvl8pPr algn="ctr">
              <a:defRPr sz="1875">
                <a:solidFill>
                  <a:srgbClr val="314130"/>
                </a:solidFill>
                <a:latin typeface="Arial"/>
                <a:ea typeface="Arial"/>
                <a:cs typeface="Arial"/>
              </a:defRPr>
            </a:lvl8pPr>
            <a:lvl9pPr algn="ctr">
              <a:defRPr sz="1875">
                <a:solidFill>
                  <a:srgbClr val="314130"/>
                </a:solidFill>
                <a:latin typeface="Arial"/>
                <a:ea typeface="Arial"/>
                <a:cs typeface="Arial"/>
              </a:defRPr>
            </a:lvl9pPr>
          </a:lstStyle>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SDK oficial</a:t>
            </a:r>
          </a:p>
          <a:p xmlns:a="http://schemas.openxmlformats.org/drawingml/2006/main">
            <a:pPr algn="ctr">
              <a:defRPr sz="1875">
                <a:solidFill>
                  <a:srgbClr val="314130"/>
                </a:solidFill>
                <a:latin typeface="Arial"/>
                <a:ea typeface="Arial"/>
                <a:cs typeface="Arial"/>
              </a:defRPr>
            </a:pPr>
            <a:r>
              <a:rPr sz="1875">
                <a:solidFill>
                  <a:srgbClr val="314130"/>
                </a:solidFill>
                <a:latin typeface="Arial"/>
                <a:ea typeface="Arial"/>
                <a:cs typeface="Arial"/>
              </a:rPr>
              <a:t>Autorización wallet</a:t>
            </a:r>
          </a:p>
        </p:txBody>
      </p:sp>
      <p:sp>
        <p:nvSpPr>
          <p:cNvPr id="8" name="">
            <a:extLst xmlns:a="http://schemas.openxmlformats.org/drawingml/2006/main">
              <a:ext uri="{FF2B5EF4-FFF2-40B4-BE49-F238E27FC236}">
                <a16:creationId xmlns:a16="http://schemas.microsoft.com/office/drawing/2014/main" id="{C4F4F19C-5B4D-498D-ADC9-458B1460A1ED}"/>
              </a:ext>
            </a:extLst>
          </p:cNvPr>
          <p:cNvSpPr>
            <a:spLocks xmlns:a="http://schemas.openxmlformats.org/drawingml/2006/main" noGrp="1"/>
          </p:cNvSpPr>
          <p:nvPr/>
        </p:nvSpPr>
        <p:spPr>
          <a:xfrm xmlns:a="http://schemas.openxmlformats.org/drawingml/2006/main">
            <a:off x="609600" y="38385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314130"/>
                </a:solidFill>
                <a:latin typeface="Arial"/>
                <a:ea typeface="Arial"/>
                <a:cs typeface="Arial"/>
              </a:defRPr>
            </a:defPPr>
            <a:lvl1pPr>
              <a:defRPr sz="2550" b="1">
                <a:solidFill>
                  <a:srgbClr val="314130"/>
                </a:solidFill>
                <a:latin typeface="Arial"/>
                <a:ea typeface="Arial"/>
                <a:cs typeface="Arial"/>
              </a:defRPr>
            </a:lvl1pPr>
            <a:lvl2pPr>
              <a:defRPr sz="2550" b="1">
                <a:solidFill>
                  <a:srgbClr val="314130"/>
                </a:solidFill>
                <a:latin typeface="Arial"/>
                <a:ea typeface="Arial"/>
                <a:cs typeface="Arial"/>
              </a:defRPr>
            </a:lvl2pPr>
            <a:lvl3pPr>
              <a:defRPr sz="2550" b="1">
                <a:solidFill>
                  <a:srgbClr val="314130"/>
                </a:solidFill>
                <a:latin typeface="Arial"/>
                <a:ea typeface="Arial"/>
                <a:cs typeface="Arial"/>
              </a:defRPr>
            </a:lvl3pPr>
            <a:lvl4pPr>
              <a:defRPr sz="2550" b="1">
                <a:solidFill>
                  <a:srgbClr val="314130"/>
                </a:solidFill>
                <a:latin typeface="Arial"/>
                <a:ea typeface="Arial"/>
                <a:cs typeface="Arial"/>
              </a:defRPr>
            </a:lvl4pPr>
            <a:lvl5pPr>
              <a:defRPr sz="2550" b="1">
                <a:solidFill>
                  <a:srgbClr val="314130"/>
                </a:solidFill>
                <a:latin typeface="Arial"/>
                <a:ea typeface="Arial"/>
                <a:cs typeface="Arial"/>
              </a:defRPr>
            </a:lvl5pPr>
            <a:lvl6pPr>
              <a:defRPr sz="2550" b="1">
                <a:solidFill>
                  <a:srgbClr val="314130"/>
                </a:solidFill>
                <a:latin typeface="Arial"/>
                <a:ea typeface="Arial"/>
                <a:cs typeface="Arial"/>
              </a:defRPr>
            </a:lvl6pPr>
            <a:lvl7pPr>
              <a:defRPr sz="2550" b="1">
                <a:solidFill>
                  <a:srgbClr val="314130"/>
                </a:solidFill>
                <a:latin typeface="Arial"/>
                <a:ea typeface="Arial"/>
                <a:cs typeface="Arial"/>
              </a:defRPr>
            </a:lvl7pPr>
            <a:lvl8pPr>
              <a:defRPr sz="2550" b="1">
                <a:solidFill>
                  <a:srgbClr val="314130"/>
                </a:solidFill>
                <a:latin typeface="Arial"/>
                <a:ea typeface="Arial"/>
                <a:cs typeface="Arial"/>
              </a:defRPr>
            </a:lvl8pPr>
            <a:lvl9pPr>
              <a:defRPr sz="2550" b="1">
                <a:solidFill>
                  <a:srgbClr val="314130"/>
                </a:solidFill>
                <a:latin typeface="Arial"/>
                <a:ea typeface="Arial"/>
                <a:cs typeface="Arial"/>
              </a:defRPr>
            </a:lvl9pPr>
          </a:lstStyle>
          <a:p xmlns:a="http://schemas.openxmlformats.org/drawingml/2006/main">
            <a:pPr>
              <a:defRPr sz="2550" b="1">
                <a:solidFill>
                  <a:srgbClr val="314130"/>
                </a:solidFill>
                <a:latin typeface="Arial"/>
                <a:ea typeface="Arial"/>
                <a:cs typeface="Arial"/>
              </a:defRPr>
            </a:pPr>
            <a:r>
              <a:rPr sz="2550" b="1">
                <a:solidFill>
                  <a:srgbClr val="314130"/>
                </a:solidFill>
                <a:latin typeface="Arial"/>
                <a:ea typeface="Arial"/>
                <a:cs typeface="Arial"/>
              </a:rPr>
              <a:t>Perfil: usuario + rol + wallet</a:t>
            </a:r>
          </a:p>
        </p:txBody>
      </p:sp>
      <p:sp>
        <p:nvSpPr>
          <p:cNvPr id="9" name="">
            <a:extLst xmlns:a="http://schemas.openxmlformats.org/drawingml/2006/main">
              <a:ext uri="{FF2B5EF4-FFF2-40B4-BE49-F238E27FC236}">
                <a16:creationId xmlns:a16="http://schemas.microsoft.com/office/drawing/2014/main" id="{73DF6EC3-A58F-48F6-B875-2CD2FB10403C}"/>
              </a:ext>
            </a:extLst>
          </p:cNvPr>
          <p:cNvSpPr>
            <a:spLocks xmlns:a="http://schemas.openxmlformats.org/drawingml/2006/main" noGrp="1"/>
          </p:cNvSpPr>
          <p:nvPr/>
        </p:nvSpPr>
        <p:spPr>
          <a:xfrm xmlns:a="http://schemas.openxmlformats.org/drawingml/2006/main">
            <a:off x="609600" y="4552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86554"/>
                </a:solidFill>
                <a:latin typeface="Arial"/>
                <a:ea typeface="Arial"/>
                <a:cs typeface="Arial"/>
              </a:defRPr>
            </a:defPPr>
            <a:lvl1pPr>
              <a:defRPr sz="2100" b="0">
                <a:solidFill>
                  <a:srgbClr val="586554"/>
                </a:solidFill>
                <a:latin typeface="Arial"/>
                <a:ea typeface="Arial"/>
                <a:cs typeface="Arial"/>
              </a:defRPr>
            </a:lvl1pPr>
            <a:lvl2pPr>
              <a:defRPr sz="2100" b="0">
                <a:solidFill>
                  <a:srgbClr val="586554"/>
                </a:solidFill>
                <a:latin typeface="Arial"/>
                <a:ea typeface="Arial"/>
                <a:cs typeface="Arial"/>
              </a:defRPr>
            </a:lvl2pPr>
            <a:lvl3pPr>
              <a:defRPr sz="2100" b="0">
                <a:solidFill>
                  <a:srgbClr val="586554"/>
                </a:solidFill>
                <a:latin typeface="Arial"/>
                <a:ea typeface="Arial"/>
                <a:cs typeface="Arial"/>
              </a:defRPr>
            </a:lvl3pPr>
            <a:lvl4pPr>
              <a:defRPr sz="2100" b="0">
                <a:solidFill>
                  <a:srgbClr val="586554"/>
                </a:solidFill>
                <a:latin typeface="Arial"/>
                <a:ea typeface="Arial"/>
                <a:cs typeface="Arial"/>
              </a:defRPr>
            </a:lvl4pPr>
            <a:lvl5pPr>
              <a:defRPr sz="2100" b="0">
                <a:solidFill>
                  <a:srgbClr val="586554"/>
                </a:solidFill>
                <a:latin typeface="Arial"/>
                <a:ea typeface="Arial"/>
                <a:cs typeface="Arial"/>
              </a:defRPr>
            </a:lvl5pPr>
            <a:lvl6pPr>
              <a:defRPr sz="2100" b="0">
                <a:solidFill>
                  <a:srgbClr val="586554"/>
                </a:solidFill>
                <a:latin typeface="Arial"/>
                <a:ea typeface="Arial"/>
                <a:cs typeface="Arial"/>
              </a:defRPr>
            </a:lvl6pPr>
            <a:lvl7pPr>
              <a:defRPr sz="2100" b="0">
                <a:solidFill>
                  <a:srgbClr val="586554"/>
                </a:solidFill>
                <a:latin typeface="Arial"/>
                <a:ea typeface="Arial"/>
                <a:cs typeface="Arial"/>
              </a:defRPr>
            </a:lvl7pPr>
            <a:lvl8pPr>
              <a:defRPr sz="2100" b="0">
                <a:solidFill>
                  <a:srgbClr val="586554"/>
                </a:solidFill>
                <a:latin typeface="Arial"/>
                <a:ea typeface="Arial"/>
                <a:cs typeface="Arial"/>
              </a:defRPr>
            </a:lvl8pPr>
            <a:lvl9pPr>
              <a:defRPr sz="2100" b="0">
                <a:solidFill>
                  <a:srgbClr val="586554"/>
                </a:solidFill>
                <a:latin typeface="Arial"/>
                <a:ea typeface="Arial"/>
                <a:cs typeface="Arial"/>
              </a:defRPr>
            </a:lvl9pPr>
          </a:lstStyle>
          <a:p xmlns:a="http://schemas.openxmlformats.org/drawingml/2006/main">
            <a:pPr>
              <a:defRPr sz="2100" b="0">
                <a:solidFill>
                  <a:srgbClr val="586554"/>
                </a:solidFill>
                <a:latin typeface="Arial"/>
                <a:ea typeface="Arial"/>
                <a:cs typeface="Arial"/>
              </a:defRPr>
            </a:pPr>
            <a:r>
              <a:rPr sz="2100" b="0">
                <a:solidFill>
                  <a:srgbClr val="586554"/>
                </a:solidFill>
                <a:latin typeface="Arial"/>
                <a:ea typeface="Arial"/>
                <a:cs typeface="Arial"/>
              </a:rPr>
              <a:t>La orden u oferta determina el precio y el destino en el servidor.</a:t>
            </a:r>
          </a:p>
          <a:p xmlns:a="http://schemas.openxmlformats.org/drawingml/2006/main">
            <a:pPr>
              <a:defRPr sz="2100" b="0">
                <a:solidFill>
                  <a:srgbClr val="586554"/>
                </a:solidFill>
                <a:latin typeface="Arial"/>
                <a:ea typeface="Arial"/>
                <a:cs typeface="Arial"/>
              </a:defRPr>
            </a:pPr>
            <a:r>
              <a:rPr sz="2100" b="0">
                <a:solidFill>
                  <a:srgbClr val="586554"/>
                </a:solidFill>
                <a:latin typeface="Arial"/>
                <a:ea typeface="Arial"/>
                <a:cs typeface="Arial"/>
              </a:rPr>
              <a:t>El caficultor recibe y consulta. El pagador autoriza el gasto.</a:t>
            </a:r>
          </a:p>
        </p:txBody>
      </p:sp>
      <p:sp>
        <p:nvSpPr>
          <p:cNvPr id="10" name="">
            <a:extLst xmlns:a="http://schemas.openxmlformats.org/drawingml/2006/main">
              <a:ext uri="{FF2B5EF4-FFF2-40B4-BE49-F238E27FC236}">
                <a16:creationId xmlns:a16="http://schemas.microsoft.com/office/drawing/2014/main" id="{E7A7D1E1-6F36-474B-80E2-9789909B5744}"/>
              </a:ext>
            </a:extLst>
          </p:cNvPr>
          <p:cNvSpPr>
            <a:spLocks xmlns:a="http://schemas.openxmlformats.org/drawingml/2006/main" noGrp="1"/>
          </p:cNvSpPr>
          <p:nvPr/>
        </p:nvSpPr>
        <p:spPr>
          <a:xfrm xmlns:a="http://schemas.openxmlformats.org/drawingml/2006/main">
            <a:off x="609600" y="57721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B542D"/>
                </a:solidFill>
                <a:latin typeface="Arial"/>
                <a:ea typeface="Arial"/>
                <a:cs typeface="Arial"/>
              </a:defRPr>
            </a:defPPr>
            <a:lvl1pPr>
              <a:defRPr sz="1875" b="0">
                <a:solidFill>
                  <a:srgbClr val="9B542D"/>
                </a:solidFill>
                <a:latin typeface="Arial"/>
                <a:ea typeface="Arial"/>
                <a:cs typeface="Arial"/>
              </a:defRPr>
            </a:lvl1pPr>
            <a:lvl2pPr>
              <a:defRPr sz="1875" b="0">
                <a:solidFill>
                  <a:srgbClr val="9B542D"/>
                </a:solidFill>
                <a:latin typeface="Arial"/>
                <a:ea typeface="Arial"/>
                <a:cs typeface="Arial"/>
              </a:defRPr>
            </a:lvl2pPr>
            <a:lvl3pPr>
              <a:defRPr sz="1875" b="0">
                <a:solidFill>
                  <a:srgbClr val="9B542D"/>
                </a:solidFill>
                <a:latin typeface="Arial"/>
                <a:ea typeface="Arial"/>
                <a:cs typeface="Arial"/>
              </a:defRPr>
            </a:lvl3pPr>
            <a:lvl4pPr>
              <a:defRPr sz="1875" b="0">
                <a:solidFill>
                  <a:srgbClr val="9B542D"/>
                </a:solidFill>
                <a:latin typeface="Arial"/>
                <a:ea typeface="Arial"/>
                <a:cs typeface="Arial"/>
              </a:defRPr>
            </a:lvl4pPr>
            <a:lvl5pPr>
              <a:defRPr sz="1875" b="0">
                <a:solidFill>
                  <a:srgbClr val="9B542D"/>
                </a:solidFill>
                <a:latin typeface="Arial"/>
                <a:ea typeface="Arial"/>
                <a:cs typeface="Arial"/>
              </a:defRPr>
            </a:lvl5pPr>
            <a:lvl6pPr>
              <a:defRPr sz="1875" b="0">
                <a:solidFill>
                  <a:srgbClr val="9B542D"/>
                </a:solidFill>
                <a:latin typeface="Arial"/>
                <a:ea typeface="Arial"/>
                <a:cs typeface="Arial"/>
              </a:defRPr>
            </a:lvl6pPr>
            <a:lvl7pPr>
              <a:defRPr sz="1875" b="0">
                <a:solidFill>
                  <a:srgbClr val="9B542D"/>
                </a:solidFill>
                <a:latin typeface="Arial"/>
                <a:ea typeface="Arial"/>
                <a:cs typeface="Arial"/>
              </a:defRPr>
            </a:lvl7pPr>
            <a:lvl8pPr>
              <a:defRPr sz="1875" b="0">
                <a:solidFill>
                  <a:srgbClr val="9B542D"/>
                </a:solidFill>
                <a:latin typeface="Arial"/>
                <a:ea typeface="Arial"/>
                <a:cs typeface="Arial"/>
              </a:defRPr>
            </a:lvl8pPr>
            <a:lvl9pPr>
              <a:defRPr sz="1875" b="0">
                <a:solidFill>
                  <a:srgbClr val="9B542D"/>
                </a:solidFill>
                <a:latin typeface="Arial"/>
                <a:ea typeface="Arial"/>
                <a:cs typeface="Arial"/>
              </a:defRPr>
            </a:lvl9pPr>
          </a:lstStyle>
          <a:p xmlns:a="http://schemas.openxmlformats.org/drawingml/2006/main">
            <a:pPr>
              <a:defRPr sz="1875" b="0">
                <a:solidFill>
                  <a:srgbClr val="9B542D"/>
                </a:solidFill>
                <a:latin typeface="Arial"/>
                <a:ea typeface="Arial"/>
                <a:cs typeface="Arial"/>
              </a:defRPr>
            </a:pPr>
            <a:r>
              <a:rPr sz="1875" b="0">
                <a:solidFill>
                  <a:srgbClr val="9B542D"/>
                </a:solidFill>
                <a:latin typeface="Arial"/>
                <a:ea typeface="Arial"/>
                <a:cs typeface="Arial"/>
              </a:rPr>
              <a:t>Integración reproducible: npm ci y el handoff técnico del repositorio</a:t>
            </a:r>
          </a:p>
        </p:txBody>
      </p:sp>
    </p:spTree>
    <p:extLst>
      <p:ext uri="{BB962C8B-B14F-4D97-AF65-F5344CB8AC3E}">
        <p14:creationId xmlns:p14="http://schemas.microsoft.com/office/powerpoint/2010/main" val="1605899600"/>
      </p:ext>
    </p:extLst>
  </p:cSld>
</p:sld>
</file>

<file path=ppt/slides/slide11.xml><?xml version="1.0" encoding="utf-8"?>
<p:sld xmlns:p="http://schemas.openxmlformats.org/presentationml/2006/main">
  <p:cSld>
    <p:bg>
      <p:bgPr>
        <a:solidFill xmlns:a="http://schemas.openxmlformats.org/drawingml/2006/main">
          <a:srgbClr val="F3EED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532AB6-17F4-4185-BCFD-75C86D29286E}"/>
              </a:ext>
            </a:extLst>
          </p:cNvPr>
          <p:cNvSpPr>
            <a:spLocks xmlns:a="http://schemas.openxmlformats.org/drawingml/2006/main" noGrp="1"/>
          </p:cNvSpPr>
          <p:nvPr/>
        </p:nvSpPr>
        <p:spPr>
          <a:xfrm xmlns:a="http://schemas.openxmlformats.org/drawingml/2006/main">
            <a:off x="609600" y="4762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0">
                <a:solidFill>
                  <a:srgbClr val="314130"/>
                </a:solidFill>
                <a:latin typeface="Georgia"/>
                <a:ea typeface="Georgia"/>
                <a:cs typeface="Georgia"/>
              </a:defRPr>
            </a:defPPr>
            <a:lvl1pPr>
              <a:defRPr sz="3300" b="0">
                <a:solidFill>
                  <a:srgbClr val="314130"/>
                </a:solidFill>
                <a:latin typeface="Georgia"/>
                <a:ea typeface="Georgia"/>
                <a:cs typeface="Georgia"/>
              </a:defRPr>
            </a:lvl1pPr>
            <a:lvl2pPr>
              <a:defRPr sz="3300" b="0">
                <a:solidFill>
                  <a:srgbClr val="314130"/>
                </a:solidFill>
                <a:latin typeface="Georgia"/>
                <a:ea typeface="Georgia"/>
                <a:cs typeface="Georgia"/>
              </a:defRPr>
            </a:lvl2pPr>
            <a:lvl3pPr>
              <a:defRPr sz="3300" b="0">
                <a:solidFill>
                  <a:srgbClr val="314130"/>
                </a:solidFill>
                <a:latin typeface="Georgia"/>
                <a:ea typeface="Georgia"/>
                <a:cs typeface="Georgia"/>
              </a:defRPr>
            </a:lvl3pPr>
            <a:lvl4pPr>
              <a:defRPr sz="3300" b="0">
                <a:solidFill>
                  <a:srgbClr val="314130"/>
                </a:solidFill>
                <a:latin typeface="Georgia"/>
                <a:ea typeface="Georgia"/>
                <a:cs typeface="Georgia"/>
              </a:defRPr>
            </a:lvl4pPr>
            <a:lvl5pPr>
              <a:defRPr sz="3300" b="0">
                <a:solidFill>
                  <a:srgbClr val="314130"/>
                </a:solidFill>
                <a:latin typeface="Georgia"/>
                <a:ea typeface="Georgia"/>
                <a:cs typeface="Georgia"/>
              </a:defRPr>
            </a:lvl5pPr>
            <a:lvl6pPr>
              <a:defRPr sz="3300" b="0">
                <a:solidFill>
                  <a:srgbClr val="314130"/>
                </a:solidFill>
                <a:latin typeface="Georgia"/>
                <a:ea typeface="Georgia"/>
                <a:cs typeface="Georgia"/>
              </a:defRPr>
            </a:lvl6pPr>
            <a:lvl7pPr>
              <a:defRPr sz="3300" b="0">
                <a:solidFill>
                  <a:srgbClr val="314130"/>
                </a:solidFill>
                <a:latin typeface="Georgia"/>
                <a:ea typeface="Georgia"/>
                <a:cs typeface="Georgia"/>
              </a:defRPr>
            </a:lvl7pPr>
            <a:lvl8pPr>
              <a:defRPr sz="3300" b="0">
                <a:solidFill>
                  <a:srgbClr val="314130"/>
                </a:solidFill>
                <a:latin typeface="Georgia"/>
                <a:ea typeface="Georgia"/>
                <a:cs typeface="Georgia"/>
              </a:defRPr>
            </a:lvl8pPr>
            <a:lvl9pPr>
              <a:defRPr sz="3300" b="0">
                <a:solidFill>
                  <a:srgbClr val="314130"/>
                </a:solidFill>
                <a:latin typeface="Georgia"/>
                <a:ea typeface="Georgia"/>
                <a:cs typeface="Georgia"/>
              </a:defRPr>
            </a:lvl9pPr>
          </a:lstStyle>
          <a:p xmlns:a="http://schemas.openxmlformats.org/drawingml/2006/main">
            <a:pPr>
              <a:defRPr sz="3300" b="0">
                <a:solidFill>
                  <a:srgbClr val="314130"/>
                </a:solidFill>
                <a:latin typeface="Georgia"/>
                <a:ea typeface="Georgia"/>
                <a:cs typeface="Georgia"/>
              </a:defRPr>
            </a:pPr>
            <a:r>
              <a:rPr sz="3300" b="0">
                <a:solidFill>
                  <a:srgbClr val="314130"/>
                </a:solidFill>
                <a:latin typeface="Georgia"/>
                <a:ea typeface="Georgia"/>
                <a:cs typeface="Georgia"/>
              </a:rPr>
              <a:t>Qué existe y qué requiere producción</a:t>
            </a:r>
          </a:p>
        </p:txBody>
      </p:sp>
      <p:sp>
        <p:nvSpPr>
          <p:cNvPr id="2" name="">
            <a:extLst xmlns:a="http://schemas.openxmlformats.org/drawingml/2006/main">
              <a:ext uri="{FF2B5EF4-FFF2-40B4-BE49-F238E27FC236}">
                <a16:creationId xmlns:a16="http://schemas.microsoft.com/office/drawing/2014/main" id="{E3D0C9C9-FEF4-47F6-A901-CB8A91A75EE4}"/>
              </a:ext>
            </a:extLst>
          </p:cNvPr>
          <p:cNvSpPr>
            <a:spLocks xmlns:a="http://schemas.openxmlformats.org/drawingml/2006/main" noGrp="1"/>
          </p:cNvSpPr>
          <p:nvPr/>
        </p:nvSpPr>
        <p:spPr>
          <a:xfrm xmlns:a="http://schemas.openxmlformats.org/drawingml/2006/main">
            <a:off x="609600" y="641985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86554"/>
                </a:solidFill>
                <a:latin typeface="Arial"/>
                <a:ea typeface="Arial"/>
                <a:cs typeface="Arial"/>
              </a:defRPr>
            </a:defPPr>
            <a:lvl1pPr>
              <a:defRPr sz="1200" b="0">
                <a:solidFill>
                  <a:srgbClr val="586554"/>
                </a:solidFill>
                <a:latin typeface="Arial"/>
                <a:ea typeface="Arial"/>
                <a:cs typeface="Arial"/>
              </a:defRPr>
            </a:lvl1pPr>
            <a:lvl2pPr>
              <a:defRPr sz="1200" b="0">
                <a:solidFill>
                  <a:srgbClr val="586554"/>
                </a:solidFill>
                <a:latin typeface="Arial"/>
                <a:ea typeface="Arial"/>
                <a:cs typeface="Arial"/>
              </a:defRPr>
            </a:lvl2pPr>
            <a:lvl3pPr>
              <a:defRPr sz="1200" b="0">
                <a:solidFill>
                  <a:srgbClr val="586554"/>
                </a:solidFill>
                <a:latin typeface="Arial"/>
                <a:ea typeface="Arial"/>
                <a:cs typeface="Arial"/>
              </a:defRPr>
            </a:lvl3pPr>
            <a:lvl4pPr>
              <a:defRPr sz="1200" b="0">
                <a:solidFill>
                  <a:srgbClr val="586554"/>
                </a:solidFill>
                <a:latin typeface="Arial"/>
                <a:ea typeface="Arial"/>
                <a:cs typeface="Arial"/>
              </a:defRPr>
            </a:lvl4pPr>
            <a:lvl5pPr>
              <a:defRPr sz="1200" b="0">
                <a:solidFill>
                  <a:srgbClr val="586554"/>
                </a:solidFill>
                <a:latin typeface="Arial"/>
                <a:ea typeface="Arial"/>
                <a:cs typeface="Arial"/>
              </a:defRPr>
            </a:lvl5pPr>
            <a:lvl6pPr>
              <a:defRPr sz="1200" b="0">
                <a:solidFill>
                  <a:srgbClr val="586554"/>
                </a:solidFill>
                <a:latin typeface="Arial"/>
                <a:ea typeface="Arial"/>
                <a:cs typeface="Arial"/>
              </a:defRPr>
            </a:lvl6pPr>
            <a:lvl7pPr>
              <a:defRPr sz="1200" b="0">
                <a:solidFill>
                  <a:srgbClr val="586554"/>
                </a:solidFill>
                <a:latin typeface="Arial"/>
                <a:ea typeface="Arial"/>
                <a:cs typeface="Arial"/>
              </a:defRPr>
            </a:lvl7pPr>
            <a:lvl8pPr>
              <a:defRPr sz="1200" b="0">
                <a:solidFill>
                  <a:srgbClr val="586554"/>
                </a:solidFill>
                <a:latin typeface="Arial"/>
                <a:ea typeface="Arial"/>
                <a:cs typeface="Arial"/>
              </a:defRPr>
            </a:lvl8pPr>
            <a:lvl9pPr>
              <a:defRPr sz="1200" b="0">
                <a:solidFill>
                  <a:srgbClr val="586554"/>
                </a:solidFill>
                <a:latin typeface="Arial"/>
                <a:ea typeface="Arial"/>
                <a:cs typeface="Arial"/>
              </a:defRPr>
            </a:lvl9pPr>
          </a:lstStyle>
          <a:p xmlns:a="http://schemas.openxmlformats.org/drawingml/2006/main">
            <a:pPr>
              <a:defRPr sz="1200" b="0">
                <a:solidFill>
                  <a:srgbClr val="586554"/>
                </a:solidFill>
                <a:latin typeface="Arial"/>
                <a:ea typeface="Arial"/>
                <a:cs typeface="Arial"/>
              </a:defRPr>
            </a:pPr>
            <a:r>
              <a:rPr sz="1200" b="0">
                <a:solidFill>
                  <a:srgbClr val="586554"/>
                </a:solidFill>
                <a:latin typeface="Arial"/>
                <a:ea typeface="Arial"/>
                <a:cs typeface="Arial"/>
              </a:rPr>
              <a:t>11  TerraCierta · Onyx</a:t>
            </a:r>
          </a:p>
        </p:txBody>
      </p:sp>
      <p:sp>
        <p:nvSpPr>
          <p:cNvPr id="3" name="">
            <a:extLst xmlns:a="http://schemas.openxmlformats.org/drawingml/2006/main">
              <a:ext uri="{FF2B5EF4-FFF2-40B4-BE49-F238E27FC236}">
                <a16:creationId xmlns:a16="http://schemas.microsoft.com/office/drawing/2014/main" id="{9E2D9C04-093C-49FA-BC5F-0E8603BA29C4}"/>
              </a:ext>
            </a:extLst>
          </p:cNvPr>
          <p:cNvSpPr>
            <a:spLocks xmlns:a="http://schemas.openxmlformats.org/drawingml/2006/main" noGrp="1"/>
          </p:cNvSpPr>
          <p:nvPr/>
        </p:nvSpPr>
        <p:spPr>
          <a:xfrm xmlns:a="http://schemas.openxmlformats.org/drawingml/2006/main">
            <a:off x="609600" y="1666875"/>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314130"/>
                </a:solidFill>
                <a:latin typeface="Arial"/>
                <a:ea typeface="Arial"/>
                <a:cs typeface="Arial"/>
              </a:defRPr>
            </a:defPPr>
            <a:lvl1pPr>
              <a:defRPr sz="2550" b="1">
                <a:solidFill>
                  <a:srgbClr val="314130"/>
                </a:solidFill>
                <a:latin typeface="Arial"/>
                <a:ea typeface="Arial"/>
                <a:cs typeface="Arial"/>
              </a:defRPr>
            </a:lvl1pPr>
            <a:lvl2pPr>
              <a:defRPr sz="2550" b="1">
                <a:solidFill>
                  <a:srgbClr val="314130"/>
                </a:solidFill>
                <a:latin typeface="Arial"/>
                <a:ea typeface="Arial"/>
                <a:cs typeface="Arial"/>
              </a:defRPr>
            </a:lvl2pPr>
            <a:lvl3pPr>
              <a:defRPr sz="2550" b="1">
                <a:solidFill>
                  <a:srgbClr val="314130"/>
                </a:solidFill>
                <a:latin typeface="Arial"/>
                <a:ea typeface="Arial"/>
                <a:cs typeface="Arial"/>
              </a:defRPr>
            </a:lvl3pPr>
            <a:lvl4pPr>
              <a:defRPr sz="2550" b="1">
                <a:solidFill>
                  <a:srgbClr val="314130"/>
                </a:solidFill>
                <a:latin typeface="Arial"/>
                <a:ea typeface="Arial"/>
                <a:cs typeface="Arial"/>
              </a:defRPr>
            </a:lvl4pPr>
            <a:lvl5pPr>
              <a:defRPr sz="2550" b="1">
                <a:solidFill>
                  <a:srgbClr val="314130"/>
                </a:solidFill>
                <a:latin typeface="Arial"/>
                <a:ea typeface="Arial"/>
                <a:cs typeface="Arial"/>
              </a:defRPr>
            </a:lvl5pPr>
            <a:lvl6pPr>
              <a:defRPr sz="2550" b="1">
                <a:solidFill>
                  <a:srgbClr val="314130"/>
                </a:solidFill>
                <a:latin typeface="Arial"/>
                <a:ea typeface="Arial"/>
                <a:cs typeface="Arial"/>
              </a:defRPr>
            </a:lvl6pPr>
            <a:lvl7pPr>
              <a:defRPr sz="2550" b="1">
                <a:solidFill>
                  <a:srgbClr val="314130"/>
                </a:solidFill>
                <a:latin typeface="Arial"/>
                <a:ea typeface="Arial"/>
                <a:cs typeface="Arial"/>
              </a:defRPr>
            </a:lvl7pPr>
            <a:lvl8pPr>
              <a:defRPr sz="2550" b="1">
                <a:solidFill>
                  <a:srgbClr val="314130"/>
                </a:solidFill>
                <a:latin typeface="Arial"/>
                <a:ea typeface="Arial"/>
                <a:cs typeface="Arial"/>
              </a:defRPr>
            </a:lvl8pPr>
            <a:lvl9pPr>
              <a:defRPr sz="2550" b="1">
                <a:solidFill>
                  <a:srgbClr val="314130"/>
                </a:solidFill>
                <a:latin typeface="Arial"/>
                <a:ea typeface="Arial"/>
                <a:cs typeface="Arial"/>
              </a:defRPr>
            </a:lvl9pPr>
          </a:lstStyle>
          <a:p xmlns:a="http://schemas.openxmlformats.org/drawingml/2006/main">
            <a:pPr>
              <a:defRPr sz="2550" b="1">
                <a:solidFill>
                  <a:srgbClr val="314130"/>
                </a:solidFill>
                <a:latin typeface="Arial"/>
                <a:ea typeface="Arial"/>
                <a:cs typeface="Arial"/>
              </a:defRPr>
            </a:pPr>
            <a:r>
              <a:rPr sz="2550" b="1">
                <a:solidFill>
                  <a:srgbClr val="314130"/>
                </a:solidFill>
                <a:latin typeface="Arial"/>
                <a:ea typeface="Arial"/>
                <a:cs typeface="Arial"/>
              </a:rPr>
              <a:t>Implementado</a:t>
            </a:r>
          </a:p>
        </p:txBody>
      </p:sp>
      <p:sp>
        <p:nvSpPr>
          <p:cNvPr id="4" name="">
            <a:extLst xmlns:a="http://schemas.openxmlformats.org/drawingml/2006/main">
              <a:ext uri="{FF2B5EF4-FFF2-40B4-BE49-F238E27FC236}">
                <a16:creationId xmlns:a16="http://schemas.microsoft.com/office/drawing/2014/main" id="{2733B3AD-6D9B-4F8A-8BA4-172763D9A6DF}"/>
              </a:ext>
            </a:extLst>
          </p:cNvPr>
          <p:cNvSpPr>
            <a:spLocks xmlns:a="http://schemas.openxmlformats.org/drawingml/2006/main" noGrp="1"/>
          </p:cNvSpPr>
          <p:nvPr/>
        </p:nvSpPr>
        <p:spPr>
          <a:xfrm xmlns:a="http://schemas.openxmlformats.org/drawingml/2006/main">
            <a:off x="609600" y="2390775"/>
            <a:ext cx="4953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63326"/>
                </a:solidFill>
                <a:latin typeface="Arial"/>
                <a:ea typeface="Arial"/>
                <a:cs typeface="Arial"/>
              </a:defRPr>
            </a:defPPr>
            <a:lvl1pPr>
              <a:defRPr sz="2175" b="0">
                <a:solidFill>
                  <a:srgbClr val="263326"/>
                </a:solidFill>
                <a:latin typeface="Arial"/>
                <a:ea typeface="Arial"/>
                <a:cs typeface="Arial"/>
              </a:defRPr>
            </a:lvl1pPr>
            <a:lvl2pPr>
              <a:defRPr sz="2175" b="0">
                <a:solidFill>
                  <a:srgbClr val="263326"/>
                </a:solidFill>
                <a:latin typeface="Arial"/>
                <a:ea typeface="Arial"/>
                <a:cs typeface="Arial"/>
              </a:defRPr>
            </a:lvl2pPr>
            <a:lvl3pPr>
              <a:defRPr sz="2175" b="0">
                <a:solidFill>
                  <a:srgbClr val="263326"/>
                </a:solidFill>
                <a:latin typeface="Arial"/>
                <a:ea typeface="Arial"/>
                <a:cs typeface="Arial"/>
              </a:defRPr>
            </a:lvl3pPr>
            <a:lvl4pPr>
              <a:defRPr sz="2175" b="0">
                <a:solidFill>
                  <a:srgbClr val="263326"/>
                </a:solidFill>
                <a:latin typeface="Arial"/>
                <a:ea typeface="Arial"/>
                <a:cs typeface="Arial"/>
              </a:defRPr>
            </a:lvl4pPr>
            <a:lvl5pPr>
              <a:defRPr sz="2175" b="0">
                <a:solidFill>
                  <a:srgbClr val="263326"/>
                </a:solidFill>
                <a:latin typeface="Arial"/>
                <a:ea typeface="Arial"/>
                <a:cs typeface="Arial"/>
              </a:defRPr>
            </a:lvl5pPr>
            <a:lvl6pPr>
              <a:defRPr sz="2175" b="0">
                <a:solidFill>
                  <a:srgbClr val="263326"/>
                </a:solidFill>
                <a:latin typeface="Arial"/>
                <a:ea typeface="Arial"/>
                <a:cs typeface="Arial"/>
              </a:defRPr>
            </a:lvl6pPr>
            <a:lvl7pPr>
              <a:defRPr sz="2175" b="0">
                <a:solidFill>
                  <a:srgbClr val="263326"/>
                </a:solidFill>
                <a:latin typeface="Arial"/>
                <a:ea typeface="Arial"/>
                <a:cs typeface="Arial"/>
              </a:defRPr>
            </a:lvl7pPr>
            <a:lvl8pPr>
              <a:defRPr sz="2175" b="0">
                <a:solidFill>
                  <a:srgbClr val="263326"/>
                </a:solidFill>
                <a:latin typeface="Arial"/>
                <a:ea typeface="Arial"/>
                <a:cs typeface="Arial"/>
              </a:defRPr>
            </a:lvl8pPr>
            <a:lvl9pPr>
              <a:defRPr sz="2175" b="0">
                <a:solidFill>
                  <a:srgbClr val="263326"/>
                </a:solidFill>
                <a:latin typeface="Arial"/>
                <a:ea typeface="Arial"/>
                <a:cs typeface="Arial"/>
              </a:defRPr>
            </a:lvl9pPr>
          </a:lstStyle>
          <a:p xmlns:a="http://schemas.openxmlformats.org/drawingml/2006/main">
            <a:pPr>
              <a:defRPr sz="2175" b="0">
                <a:solidFill>
                  <a:srgbClr val="263326"/>
                </a:solidFill>
                <a:latin typeface="Arial"/>
                <a:ea typeface="Arial"/>
                <a:cs typeface="Arial"/>
              </a:defRPr>
            </a:pPr>
            <a:r>
              <a:rPr sz="2175" b="0">
                <a:solidFill>
                  <a:srgbClr val="263326"/>
                </a:solidFill>
                <a:latin typeface="Arial"/>
                <a:ea typeface="Arial"/>
                <a:cs typeface="Arial"/>
              </a:rPr>
              <a:t>Canal ML-KEM y AES-GCM</a:t>
            </a:r>
          </a:p>
          <a:p xmlns:a="http://schemas.openxmlformats.org/drawingml/2006/main">
            <a:pPr>
              <a:defRPr sz="2175" b="0">
                <a:solidFill>
                  <a:srgbClr val="263326"/>
                </a:solidFill>
                <a:latin typeface="Arial"/>
                <a:ea typeface="Arial"/>
                <a:cs typeface="Arial"/>
              </a:defRPr>
            </a:pPr>
            <a:r>
              <a:rPr sz="2175" b="0">
                <a:solidFill>
                  <a:srgbClr val="263326"/>
                </a:solidFill>
                <a:latin typeface="Arial"/>
                <a:ea typeface="Arial"/>
                <a:cs typeface="Arial"/>
              </a:rPr>
              <a:t>Recibos Ed25519 + ML-DSA</a:t>
            </a:r>
          </a:p>
          <a:p xmlns:a="http://schemas.openxmlformats.org/drawingml/2006/main">
            <a:pPr>
              <a:defRPr sz="2175" b="0">
                <a:solidFill>
                  <a:srgbClr val="263326"/>
                </a:solidFill>
                <a:latin typeface="Arial"/>
                <a:ea typeface="Arial"/>
                <a:cs typeface="Arial"/>
              </a:defRPr>
            </a:pPr>
            <a:r>
              <a:rPr sz="2175" b="0">
                <a:solidFill>
                  <a:srgbClr val="263326"/>
                </a:solidFill>
                <a:latin typeface="Arial"/>
                <a:ea typeface="Arial"/>
                <a:cs typeface="Arial"/>
              </a:rPr>
              <a:t>Controles de negocio y GNAP</a:t>
            </a:r>
          </a:p>
          <a:p xmlns:a="http://schemas.openxmlformats.org/drawingml/2006/main">
            <a:pPr>
              <a:defRPr sz="2175" b="0">
                <a:solidFill>
                  <a:srgbClr val="263326"/>
                </a:solidFill>
                <a:latin typeface="Arial"/>
                <a:ea typeface="Arial"/>
                <a:cs typeface="Arial"/>
              </a:defRPr>
            </a:pPr>
            <a:r>
              <a:rPr sz="2175" b="0">
                <a:solidFill>
                  <a:srgbClr val="263326"/>
                </a:solidFill>
                <a:latin typeface="Arial"/>
                <a:ea typeface="Arial"/>
                <a:cs typeface="Arial"/>
              </a:rPr>
              <a:t>Pago autónomo testnet completado</a:t>
            </a:r>
          </a:p>
          <a:p xmlns:a="http://schemas.openxmlformats.org/drawingml/2006/main">
            <a:pPr>
              <a:defRPr sz="2175" b="0">
                <a:solidFill>
                  <a:srgbClr val="263326"/>
                </a:solidFill>
                <a:latin typeface="Arial"/>
                <a:ea typeface="Arial"/>
                <a:cs typeface="Arial"/>
              </a:defRPr>
            </a:pPr>
            <a:r>
              <a:rPr sz="2175" b="0">
                <a:solidFill>
                  <a:srgbClr val="263326"/>
                </a:solidFill>
                <a:latin typeface="Arial"/>
                <a:ea typeface="Arial"/>
                <a:cs typeface="Arial"/>
              </a:rPr>
              <a:t>Laboratorio verificable</a:t>
            </a:r>
          </a:p>
        </p:txBody>
      </p:sp>
      <p:sp>
        <p:nvSpPr>
          <p:cNvPr id="5" name="">
            <a:extLst xmlns:a="http://schemas.openxmlformats.org/drawingml/2006/main">
              <a:ext uri="{FF2B5EF4-FFF2-40B4-BE49-F238E27FC236}">
                <a16:creationId xmlns:a16="http://schemas.microsoft.com/office/drawing/2014/main" id="{C5601F79-A705-408A-A177-7F2988227F22}"/>
              </a:ext>
            </a:extLst>
          </p:cNvPr>
          <p:cNvSpPr>
            <a:spLocks xmlns:a="http://schemas.openxmlformats.org/drawingml/2006/main" noGrp="1"/>
          </p:cNvSpPr>
          <p:nvPr/>
        </p:nvSpPr>
        <p:spPr>
          <a:xfrm xmlns:a="http://schemas.openxmlformats.org/drawingml/2006/main">
            <a:off x="6438900" y="1666875"/>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9B542D"/>
                </a:solidFill>
                <a:latin typeface="Arial"/>
                <a:ea typeface="Arial"/>
                <a:cs typeface="Arial"/>
              </a:defRPr>
            </a:defPPr>
            <a:lvl1pPr>
              <a:defRPr sz="2400" b="1">
                <a:solidFill>
                  <a:srgbClr val="9B542D"/>
                </a:solidFill>
                <a:latin typeface="Arial"/>
                <a:ea typeface="Arial"/>
                <a:cs typeface="Arial"/>
              </a:defRPr>
            </a:lvl1pPr>
            <a:lvl2pPr>
              <a:defRPr sz="2400" b="1">
                <a:solidFill>
                  <a:srgbClr val="9B542D"/>
                </a:solidFill>
                <a:latin typeface="Arial"/>
                <a:ea typeface="Arial"/>
                <a:cs typeface="Arial"/>
              </a:defRPr>
            </a:lvl2pPr>
            <a:lvl3pPr>
              <a:defRPr sz="2400" b="1">
                <a:solidFill>
                  <a:srgbClr val="9B542D"/>
                </a:solidFill>
                <a:latin typeface="Arial"/>
                <a:ea typeface="Arial"/>
                <a:cs typeface="Arial"/>
              </a:defRPr>
            </a:lvl3pPr>
            <a:lvl4pPr>
              <a:defRPr sz="2400" b="1">
                <a:solidFill>
                  <a:srgbClr val="9B542D"/>
                </a:solidFill>
                <a:latin typeface="Arial"/>
                <a:ea typeface="Arial"/>
                <a:cs typeface="Arial"/>
              </a:defRPr>
            </a:lvl4pPr>
            <a:lvl5pPr>
              <a:defRPr sz="2400" b="1">
                <a:solidFill>
                  <a:srgbClr val="9B542D"/>
                </a:solidFill>
                <a:latin typeface="Arial"/>
                <a:ea typeface="Arial"/>
                <a:cs typeface="Arial"/>
              </a:defRPr>
            </a:lvl5pPr>
            <a:lvl6pPr>
              <a:defRPr sz="2400" b="1">
                <a:solidFill>
                  <a:srgbClr val="9B542D"/>
                </a:solidFill>
                <a:latin typeface="Arial"/>
                <a:ea typeface="Arial"/>
                <a:cs typeface="Arial"/>
              </a:defRPr>
            </a:lvl6pPr>
            <a:lvl7pPr>
              <a:defRPr sz="2400" b="1">
                <a:solidFill>
                  <a:srgbClr val="9B542D"/>
                </a:solidFill>
                <a:latin typeface="Arial"/>
                <a:ea typeface="Arial"/>
                <a:cs typeface="Arial"/>
              </a:defRPr>
            </a:lvl7pPr>
            <a:lvl8pPr>
              <a:defRPr sz="2400" b="1">
                <a:solidFill>
                  <a:srgbClr val="9B542D"/>
                </a:solidFill>
                <a:latin typeface="Arial"/>
                <a:ea typeface="Arial"/>
                <a:cs typeface="Arial"/>
              </a:defRPr>
            </a:lvl8pPr>
            <a:lvl9pPr>
              <a:defRPr sz="2400" b="1">
                <a:solidFill>
                  <a:srgbClr val="9B542D"/>
                </a:solidFill>
                <a:latin typeface="Arial"/>
                <a:ea typeface="Arial"/>
                <a:cs typeface="Arial"/>
              </a:defRPr>
            </a:lvl9pPr>
          </a:lstStyle>
          <a:p xmlns:a="http://schemas.openxmlformats.org/drawingml/2006/main">
            <a:pPr>
              <a:defRPr sz="2400" b="1">
                <a:solidFill>
                  <a:srgbClr val="9B542D"/>
                </a:solidFill>
                <a:latin typeface="Arial"/>
                <a:ea typeface="Arial"/>
                <a:cs typeface="Arial"/>
              </a:defRPr>
            </a:pPr>
            <a:r>
              <a:rPr sz="2400" b="1">
                <a:solidFill>
                  <a:srgbClr val="9B542D"/>
                </a:solidFill>
                <a:latin typeface="Arial"/>
                <a:ea typeface="Arial"/>
                <a:cs typeface="Arial"/>
              </a:rPr>
              <a:t>Pendiente de integración e infraestructura</a:t>
            </a:r>
          </a:p>
        </p:txBody>
      </p:sp>
      <p:sp>
        <p:nvSpPr>
          <p:cNvPr id="6" name="">
            <a:extLst xmlns:a="http://schemas.openxmlformats.org/drawingml/2006/main">
              <a:ext uri="{FF2B5EF4-FFF2-40B4-BE49-F238E27FC236}">
                <a16:creationId xmlns:a16="http://schemas.microsoft.com/office/drawing/2014/main" id="{E8CC1E04-9D60-445F-BE78-E1059EFEDC97}"/>
              </a:ext>
            </a:extLst>
          </p:cNvPr>
          <p:cNvSpPr>
            <a:spLocks xmlns:a="http://schemas.openxmlformats.org/drawingml/2006/main" noGrp="1"/>
          </p:cNvSpPr>
          <p:nvPr/>
        </p:nvSpPr>
        <p:spPr>
          <a:xfrm xmlns:a="http://schemas.openxmlformats.org/drawingml/2006/main">
            <a:off x="6438900" y="2743200"/>
            <a:ext cx="5143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63326"/>
                </a:solidFill>
                <a:latin typeface="Arial"/>
                <a:ea typeface="Arial"/>
                <a:cs typeface="Arial"/>
              </a:defRPr>
            </a:defPPr>
            <a:lvl1pPr>
              <a:defRPr sz="2175" b="0">
                <a:solidFill>
                  <a:srgbClr val="263326"/>
                </a:solidFill>
                <a:latin typeface="Arial"/>
                <a:ea typeface="Arial"/>
                <a:cs typeface="Arial"/>
              </a:defRPr>
            </a:lvl1pPr>
            <a:lvl2pPr>
              <a:defRPr sz="2175" b="0">
                <a:solidFill>
                  <a:srgbClr val="263326"/>
                </a:solidFill>
                <a:latin typeface="Arial"/>
                <a:ea typeface="Arial"/>
                <a:cs typeface="Arial"/>
              </a:defRPr>
            </a:lvl2pPr>
            <a:lvl3pPr>
              <a:defRPr sz="2175" b="0">
                <a:solidFill>
                  <a:srgbClr val="263326"/>
                </a:solidFill>
                <a:latin typeface="Arial"/>
                <a:ea typeface="Arial"/>
                <a:cs typeface="Arial"/>
              </a:defRPr>
            </a:lvl3pPr>
            <a:lvl4pPr>
              <a:defRPr sz="2175" b="0">
                <a:solidFill>
                  <a:srgbClr val="263326"/>
                </a:solidFill>
                <a:latin typeface="Arial"/>
                <a:ea typeface="Arial"/>
                <a:cs typeface="Arial"/>
              </a:defRPr>
            </a:lvl4pPr>
            <a:lvl5pPr>
              <a:defRPr sz="2175" b="0">
                <a:solidFill>
                  <a:srgbClr val="263326"/>
                </a:solidFill>
                <a:latin typeface="Arial"/>
                <a:ea typeface="Arial"/>
                <a:cs typeface="Arial"/>
              </a:defRPr>
            </a:lvl5pPr>
            <a:lvl6pPr>
              <a:defRPr sz="2175" b="0">
                <a:solidFill>
                  <a:srgbClr val="263326"/>
                </a:solidFill>
                <a:latin typeface="Arial"/>
                <a:ea typeface="Arial"/>
                <a:cs typeface="Arial"/>
              </a:defRPr>
            </a:lvl6pPr>
            <a:lvl7pPr>
              <a:defRPr sz="2175" b="0">
                <a:solidFill>
                  <a:srgbClr val="263326"/>
                </a:solidFill>
                <a:latin typeface="Arial"/>
                <a:ea typeface="Arial"/>
                <a:cs typeface="Arial"/>
              </a:defRPr>
            </a:lvl7pPr>
            <a:lvl8pPr>
              <a:defRPr sz="2175" b="0">
                <a:solidFill>
                  <a:srgbClr val="263326"/>
                </a:solidFill>
                <a:latin typeface="Arial"/>
                <a:ea typeface="Arial"/>
                <a:cs typeface="Arial"/>
              </a:defRPr>
            </a:lvl8pPr>
            <a:lvl9pPr>
              <a:defRPr sz="2175" b="0">
                <a:solidFill>
                  <a:srgbClr val="263326"/>
                </a:solidFill>
                <a:latin typeface="Arial"/>
                <a:ea typeface="Arial"/>
                <a:cs typeface="Arial"/>
              </a:defRPr>
            </a:lvl9pPr>
          </a:lstStyle>
          <a:p xmlns:a="http://schemas.openxmlformats.org/drawingml/2006/main">
            <a:pPr>
              <a:defRPr sz="2175" b="0">
                <a:solidFill>
                  <a:srgbClr val="263326"/>
                </a:solidFill>
                <a:latin typeface="Arial"/>
                <a:ea typeface="Arial"/>
                <a:cs typeface="Arial"/>
              </a:defRPr>
            </a:pPr>
            <a:r>
              <a:rPr sz="2175" b="0">
                <a:solidFill>
                  <a:srgbClr val="263326"/>
                </a:solidFill>
                <a:latin typeface="Arial"/>
                <a:ea typeface="Arial"/>
                <a:cs typeface="Arial"/>
              </a:rPr>
              <a:t>Login real y wallets compatibles</a:t>
            </a:r>
          </a:p>
          <a:p xmlns:a="http://schemas.openxmlformats.org/drawingml/2006/main">
            <a:pPr>
              <a:defRPr sz="2175" b="0">
                <a:solidFill>
                  <a:srgbClr val="263326"/>
                </a:solidFill>
                <a:latin typeface="Arial"/>
                <a:ea typeface="Arial"/>
                <a:cs typeface="Arial"/>
              </a:defRPr>
            </a:pPr>
            <a:r>
              <a:rPr sz="2175" b="0">
                <a:solidFill>
                  <a:srgbClr val="263326"/>
                </a:solidFill>
                <a:latin typeface="Arial"/>
                <a:ea typeface="Arial"/>
                <a:cs typeface="Arial"/>
              </a:rPr>
              <a:t>Estado durable de pagos y grants</a:t>
            </a:r>
          </a:p>
          <a:p xmlns:a="http://schemas.openxmlformats.org/drawingml/2006/main">
            <a:pPr>
              <a:defRPr sz="2175" b="0">
                <a:solidFill>
                  <a:srgbClr val="263326"/>
                </a:solidFill>
                <a:latin typeface="Arial"/>
                <a:ea typeface="Arial"/>
                <a:cs typeface="Arial"/>
              </a:defRPr>
            </a:pPr>
            <a:r>
              <a:rPr sz="2175" b="0">
                <a:solidFill>
                  <a:srgbClr val="263326"/>
                </a:solidFill>
                <a:latin typeface="Arial"/>
                <a:ea typeface="Arial"/>
                <a:cs typeface="Arial"/>
              </a:rPr>
              <a:t>Custodia, rotación y raíz de claves</a:t>
            </a:r>
          </a:p>
          <a:p xmlns:a="http://schemas.openxmlformats.org/drawingml/2006/main">
            <a:pPr>
              <a:defRPr sz="2175" b="0">
                <a:solidFill>
                  <a:srgbClr val="263326"/>
                </a:solidFill>
                <a:latin typeface="Arial"/>
                <a:ea typeface="Arial"/>
                <a:cs typeface="Arial"/>
              </a:defRPr>
            </a:pPr>
            <a:r>
              <a:rPr sz="2175" b="0">
                <a:solidFill>
                  <a:srgbClr val="263326"/>
                </a:solidFill>
                <a:latin typeface="Arial"/>
                <a:ea typeface="Arial"/>
                <a:cs typeface="Arial"/>
              </a:rPr>
              <a:t>HTTPS y operación del servicio</a:t>
            </a:r>
          </a:p>
        </p:txBody>
      </p:sp>
      <p:sp>
        <p:nvSpPr>
          <p:cNvPr id="7" name="">
            <a:extLst xmlns:a="http://schemas.openxmlformats.org/drawingml/2006/main">
              <a:ext uri="{FF2B5EF4-FFF2-40B4-BE49-F238E27FC236}">
                <a16:creationId xmlns:a16="http://schemas.microsoft.com/office/drawing/2014/main" id="{C665122C-2E8D-4A2F-B8F9-1AE7B519CFB6}"/>
              </a:ext>
            </a:extLst>
          </p:cNvPr>
          <p:cNvSpPr>
            <a:spLocks xmlns:a="http://schemas.openxmlformats.org/drawingml/2006/main" noGrp="1"/>
          </p:cNvSpPr>
          <p:nvPr/>
        </p:nvSpPr>
        <p:spPr>
          <a:xfrm xmlns:a="http://schemas.openxmlformats.org/drawingml/2006/main">
            <a:off x="609600" y="564832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86554"/>
                </a:solidFill>
                <a:latin typeface="Arial"/>
                <a:ea typeface="Arial"/>
                <a:cs typeface="Arial"/>
              </a:defRPr>
            </a:defPPr>
            <a:lvl1pPr>
              <a:defRPr sz="1950" b="0">
                <a:solidFill>
                  <a:srgbClr val="586554"/>
                </a:solidFill>
                <a:latin typeface="Arial"/>
                <a:ea typeface="Arial"/>
                <a:cs typeface="Arial"/>
              </a:defRPr>
            </a:lvl1pPr>
            <a:lvl2pPr>
              <a:defRPr sz="1950" b="0">
                <a:solidFill>
                  <a:srgbClr val="586554"/>
                </a:solidFill>
                <a:latin typeface="Arial"/>
                <a:ea typeface="Arial"/>
                <a:cs typeface="Arial"/>
              </a:defRPr>
            </a:lvl2pPr>
            <a:lvl3pPr>
              <a:defRPr sz="1950" b="0">
                <a:solidFill>
                  <a:srgbClr val="586554"/>
                </a:solidFill>
                <a:latin typeface="Arial"/>
                <a:ea typeface="Arial"/>
                <a:cs typeface="Arial"/>
              </a:defRPr>
            </a:lvl3pPr>
            <a:lvl4pPr>
              <a:defRPr sz="1950" b="0">
                <a:solidFill>
                  <a:srgbClr val="586554"/>
                </a:solidFill>
                <a:latin typeface="Arial"/>
                <a:ea typeface="Arial"/>
                <a:cs typeface="Arial"/>
              </a:defRPr>
            </a:lvl4pPr>
            <a:lvl5pPr>
              <a:defRPr sz="1950" b="0">
                <a:solidFill>
                  <a:srgbClr val="586554"/>
                </a:solidFill>
                <a:latin typeface="Arial"/>
                <a:ea typeface="Arial"/>
                <a:cs typeface="Arial"/>
              </a:defRPr>
            </a:lvl5pPr>
            <a:lvl6pPr>
              <a:defRPr sz="1950" b="0">
                <a:solidFill>
                  <a:srgbClr val="586554"/>
                </a:solidFill>
                <a:latin typeface="Arial"/>
                <a:ea typeface="Arial"/>
                <a:cs typeface="Arial"/>
              </a:defRPr>
            </a:lvl6pPr>
            <a:lvl7pPr>
              <a:defRPr sz="1950" b="0">
                <a:solidFill>
                  <a:srgbClr val="586554"/>
                </a:solidFill>
                <a:latin typeface="Arial"/>
                <a:ea typeface="Arial"/>
                <a:cs typeface="Arial"/>
              </a:defRPr>
            </a:lvl7pPr>
            <a:lvl8pPr>
              <a:defRPr sz="1950" b="0">
                <a:solidFill>
                  <a:srgbClr val="586554"/>
                </a:solidFill>
                <a:latin typeface="Arial"/>
                <a:ea typeface="Arial"/>
                <a:cs typeface="Arial"/>
              </a:defRPr>
            </a:lvl8pPr>
            <a:lvl9pPr>
              <a:defRPr sz="1950" b="0">
                <a:solidFill>
                  <a:srgbClr val="586554"/>
                </a:solidFill>
                <a:latin typeface="Arial"/>
                <a:ea typeface="Arial"/>
                <a:cs typeface="Arial"/>
              </a:defRPr>
            </a:lvl9pPr>
          </a:lstStyle>
          <a:p xmlns:a="http://schemas.openxmlformats.org/drawingml/2006/main">
            <a:pPr>
              <a:defRPr sz="1950" b="0">
                <a:solidFill>
                  <a:srgbClr val="586554"/>
                </a:solidFill>
                <a:latin typeface="Arial"/>
                <a:ea typeface="Arial"/>
                <a:cs typeface="Arial"/>
              </a:defRPr>
            </a:pPr>
            <a:r>
              <a:rPr sz="1950" b="0">
                <a:solidFill>
                  <a:srgbClr val="586554"/>
                </a:solidFill>
                <a:latin typeface="Arial"/>
                <a:ea typeface="Arial"/>
                <a:cs typeface="Arial"/>
              </a:rPr>
              <a:t>Algoritmos estandarizados por NIST. Esta implementación no posee certificación FIPS ni PCI DSS.</a:t>
            </a:r>
          </a:p>
        </p:txBody>
      </p:sp>
    </p:spTree>
    <p:extLst>
      <p:ext uri="{BB962C8B-B14F-4D97-AF65-F5344CB8AC3E}">
        <p14:creationId xmlns:p14="http://schemas.microsoft.com/office/powerpoint/2010/main" val="996207608"/>
      </p:ext>
    </p:extLst>
  </p:cSld>
</p:sld>
</file>

<file path=ppt/slides/slide12.xml><?xml version="1.0" encoding="utf-8"?>
<p:sld xmlns:p="http://schemas.openxmlformats.org/presentationml/2006/main">
  <p:cSld>
    <p:bg>
      <p:bgPr>
        <a:solidFill xmlns:a="http://schemas.openxmlformats.org/drawingml/2006/main">
          <a:srgbClr val="F3EED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DF2846-A665-48FE-9C84-A3EDAB07DAFE}"/>
              </a:ext>
            </a:extLst>
          </p:cNvPr>
          <p:cNvSpPr>
            <a:spLocks xmlns:a="http://schemas.openxmlformats.org/drawingml/2006/main" noGrp="1"/>
          </p:cNvSpPr>
          <p:nvPr/>
        </p:nvSpPr>
        <p:spPr>
          <a:xfrm xmlns:a="http://schemas.openxmlformats.org/drawingml/2006/main">
            <a:off x="609600" y="4762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0">
                <a:solidFill>
                  <a:srgbClr val="314130"/>
                </a:solidFill>
                <a:latin typeface="Georgia"/>
                <a:ea typeface="Georgia"/>
                <a:cs typeface="Georgia"/>
              </a:defRPr>
            </a:defPPr>
            <a:lvl1pPr>
              <a:defRPr sz="3300" b="0">
                <a:solidFill>
                  <a:srgbClr val="314130"/>
                </a:solidFill>
                <a:latin typeface="Georgia"/>
                <a:ea typeface="Georgia"/>
                <a:cs typeface="Georgia"/>
              </a:defRPr>
            </a:lvl1pPr>
            <a:lvl2pPr>
              <a:defRPr sz="3300" b="0">
                <a:solidFill>
                  <a:srgbClr val="314130"/>
                </a:solidFill>
                <a:latin typeface="Georgia"/>
                <a:ea typeface="Georgia"/>
                <a:cs typeface="Georgia"/>
              </a:defRPr>
            </a:lvl2pPr>
            <a:lvl3pPr>
              <a:defRPr sz="3300" b="0">
                <a:solidFill>
                  <a:srgbClr val="314130"/>
                </a:solidFill>
                <a:latin typeface="Georgia"/>
                <a:ea typeface="Georgia"/>
                <a:cs typeface="Georgia"/>
              </a:defRPr>
            </a:lvl3pPr>
            <a:lvl4pPr>
              <a:defRPr sz="3300" b="0">
                <a:solidFill>
                  <a:srgbClr val="314130"/>
                </a:solidFill>
                <a:latin typeface="Georgia"/>
                <a:ea typeface="Georgia"/>
                <a:cs typeface="Georgia"/>
              </a:defRPr>
            </a:lvl4pPr>
            <a:lvl5pPr>
              <a:defRPr sz="3300" b="0">
                <a:solidFill>
                  <a:srgbClr val="314130"/>
                </a:solidFill>
                <a:latin typeface="Georgia"/>
                <a:ea typeface="Georgia"/>
                <a:cs typeface="Georgia"/>
              </a:defRPr>
            </a:lvl5pPr>
            <a:lvl6pPr>
              <a:defRPr sz="3300" b="0">
                <a:solidFill>
                  <a:srgbClr val="314130"/>
                </a:solidFill>
                <a:latin typeface="Georgia"/>
                <a:ea typeface="Georgia"/>
                <a:cs typeface="Georgia"/>
              </a:defRPr>
            </a:lvl6pPr>
            <a:lvl7pPr>
              <a:defRPr sz="3300" b="0">
                <a:solidFill>
                  <a:srgbClr val="314130"/>
                </a:solidFill>
                <a:latin typeface="Georgia"/>
                <a:ea typeface="Georgia"/>
                <a:cs typeface="Georgia"/>
              </a:defRPr>
            </a:lvl7pPr>
            <a:lvl8pPr>
              <a:defRPr sz="3300" b="0">
                <a:solidFill>
                  <a:srgbClr val="314130"/>
                </a:solidFill>
                <a:latin typeface="Georgia"/>
                <a:ea typeface="Georgia"/>
                <a:cs typeface="Georgia"/>
              </a:defRPr>
            </a:lvl8pPr>
            <a:lvl9pPr>
              <a:defRPr sz="3300" b="0">
                <a:solidFill>
                  <a:srgbClr val="314130"/>
                </a:solidFill>
                <a:latin typeface="Georgia"/>
                <a:ea typeface="Georgia"/>
                <a:cs typeface="Georgia"/>
              </a:defRPr>
            </a:lvl9pPr>
          </a:lstStyle>
          <a:p xmlns:a="http://schemas.openxmlformats.org/drawingml/2006/main">
            <a:pPr>
              <a:defRPr sz="3300" b="0">
                <a:solidFill>
                  <a:srgbClr val="314130"/>
                </a:solidFill>
                <a:latin typeface="Georgia"/>
                <a:ea typeface="Georgia"/>
                <a:cs typeface="Georgia"/>
              </a:defRPr>
            </a:pPr>
            <a:r>
              <a:rPr sz="3300" b="0">
                <a:solidFill>
                  <a:srgbClr val="314130"/>
                </a:solidFill>
                <a:latin typeface="Georgia"/>
                <a:ea typeface="Georgia"/>
                <a:cs typeface="Georgia"/>
              </a:rPr>
              <a:t>La demostración para el jurado</a:t>
            </a:r>
          </a:p>
        </p:txBody>
      </p:sp>
      <p:sp>
        <p:nvSpPr>
          <p:cNvPr id="2" name="">
            <a:extLst xmlns:a="http://schemas.openxmlformats.org/drawingml/2006/main">
              <a:ext uri="{FF2B5EF4-FFF2-40B4-BE49-F238E27FC236}">
                <a16:creationId xmlns:a16="http://schemas.microsoft.com/office/drawing/2014/main" id="{A7E19E2B-FD44-4D55-BA53-E92B7DC3A225}"/>
              </a:ext>
            </a:extLst>
          </p:cNvPr>
          <p:cNvSpPr>
            <a:spLocks xmlns:a="http://schemas.openxmlformats.org/drawingml/2006/main" noGrp="1"/>
          </p:cNvSpPr>
          <p:nvPr/>
        </p:nvSpPr>
        <p:spPr>
          <a:xfrm xmlns:a="http://schemas.openxmlformats.org/drawingml/2006/main">
            <a:off x="609600" y="641985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86554"/>
                </a:solidFill>
                <a:latin typeface="Arial"/>
                <a:ea typeface="Arial"/>
                <a:cs typeface="Arial"/>
              </a:defRPr>
            </a:defPPr>
            <a:lvl1pPr>
              <a:defRPr sz="1200" b="0">
                <a:solidFill>
                  <a:srgbClr val="586554"/>
                </a:solidFill>
                <a:latin typeface="Arial"/>
                <a:ea typeface="Arial"/>
                <a:cs typeface="Arial"/>
              </a:defRPr>
            </a:lvl1pPr>
            <a:lvl2pPr>
              <a:defRPr sz="1200" b="0">
                <a:solidFill>
                  <a:srgbClr val="586554"/>
                </a:solidFill>
                <a:latin typeface="Arial"/>
                <a:ea typeface="Arial"/>
                <a:cs typeface="Arial"/>
              </a:defRPr>
            </a:lvl2pPr>
            <a:lvl3pPr>
              <a:defRPr sz="1200" b="0">
                <a:solidFill>
                  <a:srgbClr val="586554"/>
                </a:solidFill>
                <a:latin typeface="Arial"/>
                <a:ea typeface="Arial"/>
                <a:cs typeface="Arial"/>
              </a:defRPr>
            </a:lvl3pPr>
            <a:lvl4pPr>
              <a:defRPr sz="1200" b="0">
                <a:solidFill>
                  <a:srgbClr val="586554"/>
                </a:solidFill>
                <a:latin typeface="Arial"/>
                <a:ea typeface="Arial"/>
                <a:cs typeface="Arial"/>
              </a:defRPr>
            </a:lvl4pPr>
            <a:lvl5pPr>
              <a:defRPr sz="1200" b="0">
                <a:solidFill>
                  <a:srgbClr val="586554"/>
                </a:solidFill>
                <a:latin typeface="Arial"/>
                <a:ea typeface="Arial"/>
                <a:cs typeface="Arial"/>
              </a:defRPr>
            </a:lvl5pPr>
            <a:lvl6pPr>
              <a:defRPr sz="1200" b="0">
                <a:solidFill>
                  <a:srgbClr val="586554"/>
                </a:solidFill>
                <a:latin typeface="Arial"/>
                <a:ea typeface="Arial"/>
                <a:cs typeface="Arial"/>
              </a:defRPr>
            </a:lvl6pPr>
            <a:lvl7pPr>
              <a:defRPr sz="1200" b="0">
                <a:solidFill>
                  <a:srgbClr val="586554"/>
                </a:solidFill>
                <a:latin typeface="Arial"/>
                <a:ea typeface="Arial"/>
                <a:cs typeface="Arial"/>
              </a:defRPr>
            </a:lvl7pPr>
            <a:lvl8pPr>
              <a:defRPr sz="1200" b="0">
                <a:solidFill>
                  <a:srgbClr val="586554"/>
                </a:solidFill>
                <a:latin typeface="Arial"/>
                <a:ea typeface="Arial"/>
                <a:cs typeface="Arial"/>
              </a:defRPr>
            </a:lvl8pPr>
            <a:lvl9pPr>
              <a:defRPr sz="1200" b="0">
                <a:solidFill>
                  <a:srgbClr val="586554"/>
                </a:solidFill>
                <a:latin typeface="Arial"/>
                <a:ea typeface="Arial"/>
                <a:cs typeface="Arial"/>
              </a:defRPr>
            </a:lvl9pPr>
          </a:lstStyle>
          <a:p xmlns:a="http://schemas.openxmlformats.org/drawingml/2006/main">
            <a:pPr>
              <a:defRPr sz="1200" b="0">
                <a:solidFill>
                  <a:srgbClr val="586554"/>
                </a:solidFill>
                <a:latin typeface="Arial"/>
                <a:ea typeface="Arial"/>
                <a:cs typeface="Arial"/>
              </a:defRPr>
            </a:pPr>
            <a:r>
              <a:rPr sz="1200" b="0">
                <a:solidFill>
                  <a:srgbClr val="586554"/>
                </a:solidFill>
                <a:latin typeface="Arial"/>
                <a:ea typeface="Arial"/>
                <a:cs typeface="Arial"/>
              </a:rPr>
              <a:t>12  TerraCierta · Onyx</a:t>
            </a:r>
          </a:p>
        </p:txBody>
      </p:sp>
      <p:sp>
        <p:nvSpPr>
          <p:cNvPr id="3" name="">
            <a:extLst xmlns:a="http://schemas.openxmlformats.org/drawingml/2006/main">
              <a:ext uri="{FF2B5EF4-FFF2-40B4-BE49-F238E27FC236}">
                <a16:creationId xmlns:a16="http://schemas.microsoft.com/office/drawing/2014/main" id="{4B9EE04F-6032-46ED-BFAE-B02E7C439647}"/>
              </a:ext>
            </a:extLst>
          </p:cNvPr>
          <p:cNvSpPr>
            <a:spLocks xmlns:a="http://schemas.openxmlformats.org/drawingml/2006/main" noGrp="1"/>
          </p:cNvSpPr>
          <p:nvPr/>
        </p:nvSpPr>
        <p:spPr>
          <a:xfrm xmlns:a="http://schemas.openxmlformats.org/drawingml/2006/main">
            <a:off x="609600" y="1657350"/>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314130"/>
                </a:solidFill>
                <a:latin typeface="Arial"/>
                <a:ea typeface="Arial"/>
                <a:cs typeface="Arial"/>
              </a:defRPr>
            </a:defPPr>
            <a:lvl1pPr>
              <a:defRPr sz="2625" b="1">
                <a:solidFill>
                  <a:srgbClr val="314130"/>
                </a:solidFill>
                <a:latin typeface="Arial"/>
                <a:ea typeface="Arial"/>
                <a:cs typeface="Arial"/>
              </a:defRPr>
            </a:lvl1pPr>
            <a:lvl2pPr>
              <a:defRPr sz="2625" b="1">
                <a:solidFill>
                  <a:srgbClr val="314130"/>
                </a:solidFill>
                <a:latin typeface="Arial"/>
                <a:ea typeface="Arial"/>
                <a:cs typeface="Arial"/>
              </a:defRPr>
            </a:lvl2pPr>
            <a:lvl3pPr>
              <a:defRPr sz="2625" b="1">
                <a:solidFill>
                  <a:srgbClr val="314130"/>
                </a:solidFill>
                <a:latin typeface="Arial"/>
                <a:ea typeface="Arial"/>
                <a:cs typeface="Arial"/>
              </a:defRPr>
            </a:lvl3pPr>
            <a:lvl4pPr>
              <a:defRPr sz="2625" b="1">
                <a:solidFill>
                  <a:srgbClr val="314130"/>
                </a:solidFill>
                <a:latin typeface="Arial"/>
                <a:ea typeface="Arial"/>
                <a:cs typeface="Arial"/>
              </a:defRPr>
            </a:lvl4pPr>
            <a:lvl5pPr>
              <a:defRPr sz="2625" b="1">
                <a:solidFill>
                  <a:srgbClr val="314130"/>
                </a:solidFill>
                <a:latin typeface="Arial"/>
                <a:ea typeface="Arial"/>
                <a:cs typeface="Arial"/>
              </a:defRPr>
            </a:lvl5pPr>
            <a:lvl6pPr>
              <a:defRPr sz="2625" b="1">
                <a:solidFill>
                  <a:srgbClr val="314130"/>
                </a:solidFill>
                <a:latin typeface="Arial"/>
                <a:ea typeface="Arial"/>
                <a:cs typeface="Arial"/>
              </a:defRPr>
            </a:lvl6pPr>
            <a:lvl7pPr>
              <a:defRPr sz="2625" b="1">
                <a:solidFill>
                  <a:srgbClr val="314130"/>
                </a:solidFill>
                <a:latin typeface="Arial"/>
                <a:ea typeface="Arial"/>
                <a:cs typeface="Arial"/>
              </a:defRPr>
            </a:lvl7pPr>
            <a:lvl8pPr>
              <a:defRPr sz="2625" b="1">
                <a:solidFill>
                  <a:srgbClr val="314130"/>
                </a:solidFill>
                <a:latin typeface="Arial"/>
                <a:ea typeface="Arial"/>
                <a:cs typeface="Arial"/>
              </a:defRPr>
            </a:lvl8pPr>
            <a:lvl9pPr>
              <a:defRPr sz="2625" b="1">
                <a:solidFill>
                  <a:srgbClr val="314130"/>
                </a:solidFill>
                <a:latin typeface="Arial"/>
                <a:ea typeface="Arial"/>
                <a:cs typeface="Arial"/>
              </a:defRPr>
            </a:lvl9pPr>
          </a:lstStyle>
          <a:p xmlns:a="http://schemas.openxmlformats.org/drawingml/2006/main">
            <a:pPr>
              <a:defRPr sz="2625" b="1">
                <a:solidFill>
                  <a:srgbClr val="314130"/>
                </a:solidFill>
                <a:latin typeface="Arial"/>
                <a:ea typeface="Arial"/>
                <a:cs typeface="Arial"/>
              </a:defRPr>
            </a:pPr>
            <a:r>
              <a:rPr sz="2625" b="1">
                <a:solidFill>
                  <a:srgbClr val="314130"/>
                </a:solidFill>
                <a:latin typeface="Arial"/>
                <a:ea typeface="Arial"/>
                <a:cs typeface="Arial"/>
              </a:rPr>
              <a:t>Una pasarela simple para quien compra café</a:t>
            </a:r>
          </a:p>
        </p:txBody>
      </p:sp>
      <p:sp>
        <p:nvSpPr>
          <p:cNvPr id="4" name="">
            <a:extLst xmlns:a="http://schemas.openxmlformats.org/drawingml/2006/main">
              <a:ext uri="{FF2B5EF4-FFF2-40B4-BE49-F238E27FC236}">
                <a16:creationId xmlns:a16="http://schemas.microsoft.com/office/drawing/2014/main" id="{6D04086C-F2DC-43BF-A728-2843FC6D9576}"/>
              </a:ext>
            </a:extLst>
          </p:cNvPr>
          <p:cNvSpPr>
            <a:spLocks xmlns:a="http://schemas.openxmlformats.org/drawingml/2006/main" noGrp="1"/>
          </p:cNvSpPr>
          <p:nvPr/>
        </p:nvSpPr>
        <p:spPr>
          <a:xfrm xmlns:a="http://schemas.openxmlformats.org/drawingml/2006/main">
            <a:off x="609600" y="2409825"/>
            <a:ext cx="1081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263326"/>
                </a:solidFill>
                <a:latin typeface="Arial"/>
                <a:ea typeface="Arial"/>
                <a:cs typeface="Arial"/>
              </a:defRPr>
            </a:defPPr>
            <a:lvl1pPr>
              <a:defRPr sz="2400" b="0">
                <a:solidFill>
                  <a:srgbClr val="263326"/>
                </a:solidFill>
                <a:latin typeface="Arial"/>
                <a:ea typeface="Arial"/>
                <a:cs typeface="Arial"/>
              </a:defRPr>
            </a:lvl1pPr>
            <a:lvl2pPr>
              <a:defRPr sz="2400" b="0">
                <a:solidFill>
                  <a:srgbClr val="263326"/>
                </a:solidFill>
                <a:latin typeface="Arial"/>
                <a:ea typeface="Arial"/>
                <a:cs typeface="Arial"/>
              </a:defRPr>
            </a:lvl2pPr>
            <a:lvl3pPr>
              <a:defRPr sz="2400" b="0">
                <a:solidFill>
                  <a:srgbClr val="263326"/>
                </a:solidFill>
                <a:latin typeface="Arial"/>
                <a:ea typeface="Arial"/>
                <a:cs typeface="Arial"/>
              </a:defRPr>
            </a:lvl3pPr>
            <a:lvl4pPr>
              <a:defRPr sz="2400" b="0">
                <a:solidFill>
                  <a:srgbClr val="263326"/>
                </a:solidFill>
                <a:latin typeface="Arial"/>
                <a:ea typeface="Arial"/>
                <a:cs typeface="Arial"/>
              </a:defRPr>
            </a:lvl4pPr>
            <a:lvl5pPr>
              <a:defRPr sz="2400" b="0">
                <a:solidFill>
                  <a:srgbClr val="263326"/>
                </a:solidFill>
                <a:latin typeface="Arial"/>
                <a:ea typeface="Arial"/>
                <a:cs typeface="Arial"/>
              </a:defRPr>
            </a:lvl5pPr>
            <a:lvl6pPr>
              <a:defRPr sz="2400" b="0">
                <a:solidFill>
                  <a:srgbClr val="263326"/>
                </a:solidFill>
                <a:latin typeface="Arial"/>
                <a:ea typeface="Arial"/>
                <a:cs typeface="Arial"/>
              </a:defRPr>
            </a:lvl6pPr>
            <a:lvl7pPr>
              <a:defRPr sz="2400" b="0">
                <a:solidFill>
                  <a:srgbClr val="263326"/>
                </a:solidFill>
                <a:latin typeface="Arial"/>
                <a:ea typeface="Arial"/>
                <a:cs typeface="Arial"/>
              </a:defRPr>
            </a:lvl7pPr>
            <a:lvl8pPr>
              <a:defRPr sz="2400" b="0">
                <a:solidFill>
                  <a:srgbClr val="263326"/>
                </a:solidFill>
                <a:latin typeface="Arial"/>
                <a:ea typeface="Arial"/>
                <a:cs typeface="Arial"/>
              </a:defRPr>
            </a:lvl8pPr>
            <a:lvl9pPr>
              <a:defRPr sz="2400" b="0">
                <a:solidFill>
                  <a:srgbClr val="263326"/>
                </a:solidFill>
                <a:latin typeface="Arial"/>
                <a:ea typeface="Arial"/>
                <a:cs typeface="Arial"/>
              </a:defRPr>
            </a:lvl9pPr>
          </a:lstStyle>
          <a:p xmlns:a="http://schemas.openxmlformats.org/drawingml/2006/main">
            <a:pPr>
              <a:defRPr sz="2400" b="0">
                <a:solidFill>
                  <a:srgbClr val="263326"/>
                </a:solidFill>
                <a:latin typeface="Arial"/>
                <a:ea typeface="Arial"/>
                <a:cs typeface="Arial"/>
              </a:defRPr>
            </a:pPr>
            <a:r>
              <a:rPr sz="2400" b="0">
                <a:solidFill>
                  <a:srgbClr val="263326"/>
                </a:solidFill>
                <a:latin typeface="Arial"/>
                <a:ea typeface="Arial"/>
                <a:cs typeface="Arial"/>
              </a:rPr>
              <a:t>Un laboratorio que explica el riesgo y permite repetir la prueba</a:t>
            </a:r>
          </a:p>
        </p:txBody>
      </p:sp>
      <p:sp>
        <p:nvSpPr>
          <p:cNvPr id="5" name="">
            <a:extLst xmlns:a="http://schemas.openxmlformats.org/drawingml/2006/main">
              <a:ext uri="{FF2B5EF4-FFF2-40B4-BE49-F238E27FC236}">
                <a16:creationId xmlns:a16="http://schemas.microsoft.com/office/drawing/2014/main" id="{3B000993-2DF6-41EC-897C-67402945A348}"/>
              </a:ext>
            </a:extLst>
          </p:cNvPr>
          <p:cNvSpPr>
            <a:spLocks xmlns:a="http://schemas.openxmlformats.org/drawingml/2006/main" noGrp="1"/>
          </p:cNvSpPr>
          <p:nvPr/>
        </p:nvSpPr>
        <p:spPr>
          <a:xfrm xmlns:a="http://schemas.openxmlformats.org/drawingml/2006/main">
            <a:off x="609600" y="3419475"/>
            <a:ext cx="10810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263326"/>
                </a:solidFill>
                <a:latin typeface="Arial"/>
                <a:ea typeface="Arial"/>
                <a:cs typeface="Arial"/>
              </a:defRPr>
            </a:defPPr>
            <a:lvl1pPr>
              <a:defRPr sz="2400" b="0">
                <a:solidFill>
                  <a:srgbClr val="263326"/>
                </a:solidFill>
                <a:latin typeface="Arial"/>
                <a:ea typeface="Arial"/>
                <a:cs typeface="Arial"/>
              </a:defRPr>
            </a:lvl1pPr>
            <a:lvl2pPr>
              <a:defRPr sz="2400" b="0">
                <a:solidFill>
                  <a:srgbClr val="263326"/>
                </a:solidFill>
                <a:latin typeface="Arial"/>
                <a:ea typeface="Arial"/>
                <a:cs typeface="Arial"/>
              </a:defRPr>
            </a:lvl2pPr>
            <a:lvl3pPr>
              <a:defRPr sz="2400" b="0">
                <a:solidFill>
                  <a:srgbClr val="263326"/>
                </a:solidFill>
                <a:latin typeface="Arial"/>
                <a:ea typeface="Arial"/>
                <a:cs typeface="Arial"/>
              </a:defRPr>
            </a:lvl3pPr>
            <a:lvl4pPr>
              <a:defRPr sz="2400" b="0">
                <a:solidFill>
                  <a:srgbClr val="263326"/>
                </a:solidFill>
                <a:latin typeface="Arial"/>
                <a:ea typeface="Arial"/>
                <a:cs typeface="Arial"/>
              </a:defRPr>
            </a:lvl4pPr>
            <a:lvl5pPr>
              <a:defRPr sz="2400" b="0">
                <a:solidFill>
                  <a:srgbClr val="263326"/>
                </a:solidFill>
                <a:latin typeface="Arial"/>
                <a:ea typeface="Arial"/>
                <a:cs typeface="Arial"/>
              </a:defRPr>
            </a:lvl5pPr>
            <a:lvl6pPr>
              <a:defRPr sz="2400" b="0">
                <a:solidFill>
                  <a:srgbClr val="263326"/>
                </a:solidFill>
                <a:latin typeface="Arial"/>
                <a:ea typeface="Arial"/>
                <a:cs typeface="Arial"/>
              </a:defRPr>
            </a:lvl6pPr>
            <a:lvl7pPr>
              <a:defRPr sz="2400" b="0">
                <a:solidFill>
                  <a:srgbClr val="263326"/>
                </a:solidFill>
                <a:latin typeface="Arial"/>
                <a:ea typeface="Arial"/>
                <a:cs typeface="Arial"/>
              </a:defRPr>
            </a:lvl7pPr>
            <a:lvl8pPr>
              <a:defRPr sz="2400" b="0">
                <a:solidFill>
                  <a:srgbClr val="263326"/>
                </a:solidFill>
                <a:latin typeface="Arial"/>
                <a:ea typeface="Arial"/>
                <a:cs typeface="Arial"/>
              </a:defRPr>
            </a:lvl8pPr>
            <a:lvl9pPr>
              <a:defRPr sz="2400" b="0">
                <a:solidFill>
                  <a:srgbClr val="263326"/>
                </a:solidFill>
                <a:latin typeface="Arial"/>
                <a:ea typeface="Arial"/>
                <a:cs typeface="Arial"/>
              </a:defRPr>
            </a:lvl9pPr>
          </a:lstStyle>
          <a:p xmlns:a="http://schemas.openxmlformats.org/drawingml/2006/main">
            <a:pPr>
              <a:defRPr sz="2400" b="0">
                <a:solidFill>
                  <a:srgbClr val="263326"/>
                </a:solidFill>
                <a:latin typeface="Arial"/>
                <a:ea typeface="Arial"/>
                <a:cs typeface="Arial"/>
              </a:defRPr>
            </a:pPr>
            <a:r>
              <a:rPr sz="2400" b="0">
                <a:solidFill>
                  <a:srgbClr val="263326"/>
                </a:solidFill>
                <a:latin typeface="Arial"/>
                <a:ea typeface="Arial"/>
                <a:cs typeface="Arial"/>
              </a:rPr>
              <a:t>Una evidencia verificable de cifrado, firmas y validación</a:t>
            </a:r>
          </a:p>
        </p:txBody>
      </p:sp>
      <p:sp>
        <p:nvSpPr>
          <p:cNvPr id="6" name="">
            <a:extLst xmlns:a="http://schemas.openxmlformats.org/drawingml/2006/main">
              <a:ext uri="{FF2B5EF4-FFF2-40B4-BE49-F238E27FC236}">
                <a16:creationId xmlns:a16="http://schemas.microsoft.com/office/drawing/2014/main" id="{5BF7E8FF-C5AD-43EF-A9AD-324BC578549B}"/>
              </a:ext>
            </a:extLst>
          </p:cNvPr>
          <p:cNvSpPr>
            <a:spLocks xmlns:a="http://schemas.openxmlformats.org/drawingml/2006/main" noGrp="1"/>
          </p:cNvSpPr>
          <p:nvPr/>
        </p:nvSpPr>
        <p:spPr>
          <a:xfrm xmlns:a="http://schemas.openxmlformats.org/drawingml/2006/main">
            <a:off x="609600" y="4648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9B542D"/>
                </a:solidFill>
                <a:latin typeface="Arial"/>
                <a:ea typeface="Arial"/>
                <a:cs typeface="Arial"/>
              </a:defRPr>
            </a:defPPr>
            <a:lvl1pPr>
              <a:defRPr sz="2400" b="0">
                <a:solidFill>
                  <a:srgbClr val="9B542D"/>
                </a:solidFill>
                <a:latin typeface="Arial"/>
                <a:ea typeface="Arial"/>
                <a:cs typeface="Arial"/>
              </a:defRPr>
            </a:lvl1pPr>
            <a:lvl2pPr>
              <a:defRPr sz="2400" b="0">
                <a:solidFill>
                  <a:srgbClr val="9B542D"/>
                </a:solidFill>
                <a:latin typeface="Arial"/>
                <a:ea typeface="Arial"/>
                <a:cs typeface="Arial"/>
              </a:defRPr>
            </a:lvl2pPr>
            <a:lvl3pPr>
              <a:defRPr sz="2400" b="0">
                <a:solidFill>
                  <a:srgbClr val="9B542D"/>
                </a:solidFill>
                <a:latin typeface="Arial"/>
                <a:ea typeface="Arial"/>
                <a:cs typeface="Arial"/>
              </a:defRPr>
            </a:lvl3pPr>
            <a:lvl4pPr>
              <a:defRPr sz="2400" b="0">
                <a:solidFill>
                  <a:srgbClr val="9B542D"/>
                </a:solidFill>
                <a:latin typeface="Arial"/>
                <a:ea typeface="Arial"/>
                <a:cs typeface="Arial"/>
              </a:defRPr>
            </a:lvl4pPr>
            <a:lvl5pPr>
              <a:defRPr sz="2400" b="0">
                <a:solidFill>
                  <a:srgbClr val="9B542D"/>
                </a:solidFill>
                <a:latin typeface="Arial"/>
                <a:ea typeface="Arial"/>
                <a:cs typeface="Arial"/>
              </a:defRPr>
            </a:lvl5pPr>
            <a:lvl6pPr>
              <a:defRPr sz="2400" b="0">
                <a:solidFill>
                  <a:srgbClr val="9B542D"/>
                </a:solidFill>
                <a:latin typeface="Arial"/>
                <a:ea typeface="Arial"/>
                <a:cs typeface="Arial"/>
              </a:defRPr>
            </a:lvl6pPr>
            <a:lvl7pPr>
              <a:defRPr sz="2400" b="0">
                <a:solidFill>
                  <a:srgbClr val="9B542D"/>
                </a:solidFill>
                <a:latin typeface="Arial"/>
                <a:ea typeface="Arial"/>
                <a:cs typeface="Arial"/>
              </a:defRPr>
            </a:lvl7pPr>
            <a:lvl8pPr>
              <a:defRPr sz="2400" b="0">
                <a:solidFill>
                  <a:srgbClr val="9B542D"/>
                </a:solidFill>
                <a:latin typeface="Arial"/>
                <a:ea typeface="Arial"/>
                <a:cs typeface="Arial"/>
              </a:defRPr>
            </a:lvl8pPr>
            <a:lvl9pPr>
              <a:defRPr sz="2400" b="0">
                <a:solidFill>
                  <a:srgbClr val="9B542D"/>
                </a:solidFill>
                <a:latin typeface="Arial"/>
                <a:ea typeface="Arial"/>
                <a:cs typeface="Arial"/>
              </a:defRPr>
            </a:lvl9pPr>
          </a:lstStyle>
          <a:p xmlns:a="http://schemas.openxmlformats.org/drawingml/2006/main">
            <a:pPr>
              <a:defRPr sz="2400" b="0">
                <a:solidFill>
                  <a:srgbClr val="9B542D"/>
                </a:solidFill>
                <a:latin typeface="Arial"/>
                <a:ea typeface="Arial"/>
                <a:cs typeface="Arial"/>
              </a:defRPr>
            </a:pPr>
            <a:r>
              <a:rPr sz="2400" b="0">
                <a:solidFill>
                  <a:srgbClr val="9B542D"/>
                </a:solidFill>
                <a:latin typeface="Arial"/>
                <a:ea typeface="Arial"/>
                <a:cs typeface="Arial"/>
              </a:rPr>
              <a:t>/pago/pasarela</a:t>
            </a:r>
          </a:p>
          <a:p xmlns:a="http://schemas.openxmlformats.org/drawingml/2006/main">
            <a:pPr>
              <a:defRPr sz="2400" b="0">
                <a:solidFill>
                  <a:srgbClr val="9B542D"/>
                </a:solidFill>
                <a:latin typeface="Arial"/>
                <a:ea typeface="Arial"/>
                <a:cs typeface="Arial"/>
              </a:defRPr>
            </a:pPr>
            <a:r>
              <a:rPr sz="2400" b="0">
                <a:solidFill>
                  <a:srgbClr val="9B542D"/>
                </a:solidFill>
                <a:latin typeface="Arial"/>
                <a:ea typeface="Arial"/>
                <a:cs typeface="Arial"/>
              </a:rPr>
              <a:t>/pago/seguridad</a:t>
            </a:r>
          </a:p>
        </p:txBody>
      </p:sp>
      <p:sp>
        <p:nvSpPr>
          <p:cNvPr id="7" name="">
            <a:extLst xmlns:a="http://schemas.openxmlformats.org/drawingml/2006/main">
              <a:ext uri="{FF2B5EF4-FFF2-40B4-BE49-F238E27FC236}">
                <a16:creationId xmlns:a16="http://schemas.microsoft.com/office/drawing/2014/main" id="{B4657437-EEC1-4056-93B2-6812665D8B58}"/>
              </a:ext>
            </a:extLst>
          </p:cNvPr>
          <p:cNvSpPr>
            <a:spLocks xmlns:a="http://schemas.openxmlformats.org/drawingml/2006/main" noGrp="1"/>
          </p:cNvSpPr>
          <p:nvPr/>
        </p:nvSpPr>
        <p:spPr>
          <a:xfrm xmlns:a="http://schemas.openxmlformats.org/drawingml/2006/main">
            <a:off x="609600" y="58197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314130"/>
                </a:solidFill>
                <a:latin typeface="Arial"/>
                <a:ea typeface="Arial"/>
                <a:cs typeface="Arial"/>
              </a:defRPr>
            </a:defPPr>
            <a:lvl1pPr>
              <a:defRPr sz="2025" b="0">
                <a:solidFill>
                  <a:srgbClr val="314130"/>
                </a:solidFill>
                <a:latin typeface="Arial"/>
                <a:ea typeface="Arial"/>
                <a:cs typeface="Arial"/>
              </a:defRPr>
            </a:lvl1pPr>
            <a:lvl2pPr>
              <a:defRPr sz="2025" b="0">
                <a:solidFill>
                  <a:srgbClr val="314130"/>
                </a:solidFill>
                <a:latin typeface="Arial"/>
                <a:ea typeface="Arial"/>
                <a:cs typeface="Arial"/>
              </a:defRPr>
            </a:lvl2pPr>
            <a:lvl3pPr>
              <a:defRPr sz="2025" b="0">
                <a:solidFill>
                  <a:srgbClr val="314130"/>
                </a:solidFill>
                <a:latin typeface="Arial"/>
                <a:ea typeface="Arial"/>
                <a:cs typeface="Arial"/>
              </a:defRPr>
            </a:lvl3pPr>
            <a:lvl4pPr>
              <a:defRPr sz="2025" b="0">
                <a:solidFill>
                  <a:srgbClr val="314130"/>
                </a:solidFill>
                <a:latin typeface="Arial"/>
                <a:ea typeface="Arial"/>
                <a:cs typeface="Arial"/>
              </a:defRPr>
            </a:lvl4pPr>
            <a:lvl5pPr>
              <a:defRPr sz="2025" b="0">
                <a:solidFill>
                  <a:srgbClr val="314130"/>
                </a:solidFill>
                <a:latin typeface="Arial"/>
                <a:ea typeface="Arial"/>
                <a:cs typeface="Arial"/>
              </a:defRPr>
            </a:lvl5pPr>
            <a:lvl6pPr>
              <a:defRPr sz="2025" b="0">
                <a:solidFill>
                  <a:srgbClr val="314130"/>
                </a:solidFill>
                <a:latin typeface="Arial"/>
                <a:ea typeface="Arial"/>
                <a:cs typeface="Arial"/>
              </a:defRPr>
            </a:lvl6pPr>
            <a:lvl7pPr>
              <a:defRPr sz="2025" b="0">
                <a:solidFill>
                  <a:srgbClr val="314130"/>
                </a:solidFill>
                <a:latin typeface="Arial"/>
                <a:ea typeface="Arial"/>
                <a:cs typeface="Arial"/>
              </a:defRPr>
            </a:lvl7pPr>
            <a:lvl8pPr>
              <a:defRPr sz="2025" b="0">
                <a:solidFill>
                  <a:srgbClr val="314130"/>
                </a:solidFill>
                <a:latin typeface="Arial"/>
                <a:ea typeface="Arial"/>
                <a:cs typeface="Arial"/>
              </a:defRPr>
            </a:lvl8pPr>
            <a:lvl9pPr>
              <a:defRPr sz="2025" b="0">
                <a:solidFill>
                  <a:srgbClr val="314130"/>
                </a:solidFill>
                <a:latin typeface="Arial"/>
                <a:ea typeface="Arial"/>
                <a:cs typeface="Arial"/>
              </a:defRPr>
            </a:lvl9pPr>
          </a:lstStyle>
          <a:p xmlns:a="http://schemas.openxmlformats.org/drawingml/2006/main">
            <a:pPr>
              <a:defRPr sz="2025" b="0">
                <a:solidFill>
                  <a:srgbClr val="314130"/>
                </a:solidFill>
                <a:latin typeface="Arial"/>
                <a:ea typeface="Arial"/>
                <a:cs typeface="Arial"/>
              </a:defRPr>
            </a:pPr>
            <a:r>
              <a:rPr sz="2025" b="0">
                <a:solidFill>
                  <a:srgbClr val="314130"/>
                </a:solidFill>
                <a:latin typeface="Arial"/>
                <a:ea typeface="Arial"/>
                <a:cs typeface="Arial"/>
              </a:rPr>
              <a:t>La innovación une una amenaza futura con controles actuales y límites comprobables.</a:t>
            </a:r>
          </a:p>
        </p:txBody>
      </p:sp>
    </p:spTree>
    <p:extLst>
      <p:ext uri="{BB962C8B-B14F-4D97-AF65-F5344CB8AC3E}">
        <p14:creationId xmlns:p14="http://schemas.microsoft.com/office/powerpoint/2010/main" val="56851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2026-10-17T06:39:28.1410000Z</dcterms:created>
  <dcterms:modified xsi:type="dcterms:W3CDTF">2026-10-17T06:39:28.1410000Z</dcterms:modified>
</coreProperties>
</file>